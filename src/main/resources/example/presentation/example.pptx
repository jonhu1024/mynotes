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1000" y="381000"/>
            <a:ext cx="8255000" cy="6096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defRPr/>
            </a:pPr>
            <a:r>
              <a:rPr lang="en-US" sz="1600" b="true" i="false" u="none">
                <a:solidFill>
                  <a:srgbClr val="0000FF"/>
                </a:solidFill>
                <a:latin typeface="微软雅黑"/>
              </a:rPr>
              <a:t>1. 测试</a:t>
            </a:r>
            <a:endParaRPr lang="en-US" sz="1100"/>
          </a:p>
          <a:p>
            <a:pPr lvl="1"/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- 这是</a:t>
            </a:r>
            <a:r>
              <a:rPr lang="en-US" sz="1200" b="false" i="false" u="none">
                <a:solidFill>
                  <a:srgbClr val="000000"/>
                </a:solidFill>
                <a:highlight>
                  <a:srgbClr val="FFFF00"/>
                </a:highlight>
                <a:ea typeface="宋体"/>
              </a:rPr>
              <a:t>第一个</a:t>
            </a:r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带有</a:t>
            </a:r>
            <a:r>
              <a:rPr lang="en-US" sz="1200" b="true" i="false" u="none">
                <a:solidFill>
                  <a:srgbClr val="000000"/>
                </a:solidFill>
                <a:ea typeface="宋体"/>
              </a:rPr>
              <a:t>样式</a:t>
            </a:r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的</a:t>
            </a:r>
            <a:r>
              <a:rPr lang="en-US" sz="1200" b="false" i="false" u="sng">
                <a:solidFill>
                  <a:srgbClr val="000000"/>
                </a:solidFill>
                <a:ea typeface="宋体"/>
              </a:rPr>
              <a:t>文档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/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- built by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/>
            <a:r>
              <a:rPr lang="en-US" sz="1100" b="false" i="false" u="none">
                <a:solidFill>
                  <a:srgbClr val="808080"/>
                </a:solidFill>
                <a:ea typeface="宋体"/>
              </a:rPr>
              <a:t>苦心人,</a:t>
            </a:r>
            <a:r>
              <a:rPr lang="en-US" sz="1100" b="false" i="false" u="none">
                <a:solidFill>
                  <a:srgbClr val="808080"/>
                </a:solidFill>
                <a:highlight>
                  <a:srgbClr val="FFFF00"/>
                </a:highlight>
                <a:ea typeface="宋体"/>
              </a:rPr>
              <a:t>天不负</a:t>
            </a:r>
            <a:r>
              <a:rPr lang="en-US" sz="1100" b="false" i="false" u="none">
                <a:solidFill>
                  <a:srgbClr val="808080"/>
                </a:solidFill>
                <a:latin typeface="宋体"/>
              </a:rPr>
              <a:t>,</a:t>
            </a:r>
            <a:r>
              <a:rPr lang="en-US" sz="1100" b="false" i="false" u="none">
                <a:solidFill>
                  <a:srgbClr val="FF0000"/>
                </a:solidFill>
                <a:ea typeface="宋体"/>
              </a:rPr>
              <a:t>三千越甲可吞吴</a:t>
            </a:r>
            <a:r>
              <a:rPr lang="en-US" sz="1100" b="false" i="false" u="none">
                <a:solidFill>
                  <a:srgbClr val="808080"/>
                </a:solidFill>
                <a:latin typeface="宋体"/>
              </a:rPr>
              <a:t>!</a:t>
            </a:r>
          </a:p>
          <a:p>
            <a:pPr lvl="0"/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﻿</a:t>
            </a:r>
          </a:p>
          <a:p>
            <a:pPr lvl="0"/>
            <a:r>
              <a:rPr lang="en-US" sz="1600" b="true" i="false" u="none">
                <a:solidFill>
                  <a:srgbClr val="0000FF"/>
                </a:solidFill>
                <a:latin typeface="微软雅黑"/>
              </a:rPr>
              <a:t>2. 闲聊</a:t>
            </a:r>
          </a:p>
          <a:p>
            <a:pPr lvl="1"/>
            <a:r>
              <a:rPr lang="en-US" sz="1400" b="true" i="false" u="none">
                <a:solidFill>
                  <a:srgbClr val="FF0000"/>
                </a:solidFill>
                <a:latin typeface="宋体"/>
              </a:rPr>
              <a:t>2.1 标题1</a:t>
            </a:r>
          </a:p>
          <a:p>
            <a:pPr lvl="1"/>
            <a:r>
              <a:rPr lang="en-US" sz="1400" b="true" i="false" u="none">
                <a:solidFill>
                  <a:srgbClr val="FF0000"/>
                </a:solidFill>
                <a:latin typeface="宋体"/>
              </a:rPr>
              <a:t>2.2 标题2</a:t>
            </a:r>
          </a:p>
          <a:p>
            <a:pPr lvl="2"/>
            <a:r>
              <a:rPr lang="en-US" sz="1200" b="true" i="true" u="none">
                <a:solidFill>
                  <a:srgbClr val="FF0000"/>
                </a:solidFill>
                <a:latin typeface="宋体"/>
              </a:rPr>
              <a:t>2.2.1 标题3</a:t>
            </a:r>
          </a:p>
          <a:p>
            <a:pPr lvl="0"/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﻿</a:t>
            </a:r>
          </a:p>
          <a:p>
            <a:pPr lvl="0"/>
            <a:r>
              <a:rPr lang="en-US" sz="1200" b="true" i="true" u="sng">
                <a:solidFill>
                  <a:srgbClr val="000000"/>
                </a:solidFill>
                <a:highlight>
                  <a:srgbClr val="FFFF00"/>
                </a:highlight>
                <a:ea typeface="宋体"/>
              </a:rPr>
              <a:t>起飞~</a:t>
            </a:r>
          </a:p>
          <a:p>
            <a:pPr lvl="0"/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﻿</a:t>
            </a:r>
          </a:p>
          <a:p>
            <a:pPr lvl="0"/>
            <a:r>
              <a:rPr lang="en-US" sz="1600" b="true" i="false" u="none">
                <a:solidFill>
                  <a:srgbClr val="0000FF"/>
                </a:solidFill>
                <a:latin typeface="微软雅黑"/>
              </a:rPr>
              <a:t>1. 测试</a:t>
            </a:r>
          </a:p>
          <a:p>
            <a:pPr lvl="1"/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- 这是</a:t>
            </a:r>
            <a:r>
              <a:rPr lang="en-US" sz="1200" b="false" i="false" u="none">
                <a:solidFill>
                  <a:srgbClr val="000000"/>
                </a:solidFill>
                <a:highlight>
                  <a:srgbClr val="FFFF00"/>
                </a:highlight>
                <a:ea typeface="宋体"/>
              </a:rPr>
              <a:t>第一个</a:t>
            </a:r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带有</a:t>
            </a:r>
            <a:r>
              <a:rPr lang="en-US" sz="1200" b="true" i="false" u="none">
                <a:solidFill>
                  <a:srgbClr val="000000"/>
                </a:solidFill>
                <a:ea typeface="宋体"/>
              </a:rPr>
              <a:t>样式</a:t>
            </a:r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的</a:t>
            </a:r>
            <a:r>
              <a:rPr lang="en-US" sz="1200" b="false" i="false" u="sng">
                <a:solidFill>
                  <a:srgbClr val="000000"/>
                </a:solidFill>
                <a:ea typeface="宋体"/>
              </a:rPr>
              <a:t>文档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/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- built by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/>
            <a:r>
              <a:rPr lang="en-US" sz="1100" b="false" i="false" u="none">
                <a:solidFill>
                  <a:srgbClr val="808080"/>
                </a:solidFill>
                <a:ea typeface="宋体"/>
              </a:rPr>
              <a:t>苦心人,</a:t>
            </a:r>
            <a:r>
              <a:rPr lang="en-US" sz="1100" b="false" i="false" u="none">
                <a:solidFill>
                  <a:srgbClr val="808080"/>
                </a:solidFill>
                <a:highlight>
                  <a:srgbClr val="FFFF00"/>
                </a:highlight>
                <a:ea typeface="宋体"/>
              </a:rPr>
              <a:t>天不负</a:t>
            </a:r>
            <a:r>
              <a:rPr lang="en-US" sz="1100" b="false" i="false" u="none">
                <a:solidFill>
                  <a:srgbClr val="808080"/>
                </a:solidFill>
                <a:latin typeface="宋体"/>
              </a:rPr>
              <a:t>,</a:t>
            </a:r>
            <a:r>
              <a:rPr lang="en-US" sz="1100" b="false" i="false" u="none">
                <a:solidFill>
                  <a:srgbClr val="FF0000"/>
                </a:solidFill>
                <a:ea typeface="宋体"/>
              </a:rPr>
              <a:t>三千越甲可吞吴</a:t>
            </a:r>
            <a:r>
              <a:rPr lang="en-US" sz="1100" b="false" i="false" u="none">
                <a:solidFill>
                  <a:srgbClr val="808080"/>
                </a:solidFill>
                <a:latin typeface="宋体"/>
              </a:rPr>
              <a:t>!</a:t>
            </a:r>
          </a:p>
          <a:p>
            <a:pPr lvl="0"/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﻿</a:t>
            </a:r>
          </a:p>
          <a:p>
            <a:pPr lvl="0"/>
            <a:r>
              <a:rPr lang="en-US" sz="1600" b="true" i="false" u="none">
                <a:solidFill>
                  <a:srgbClr val="0000FF"/>
                </a:solidFill>
                <a:latin typeface="微软雅黑"/>
              </a:rPr>
              <a:t>2. 闲聊</a:t>
            </a:r>
          </a:p>
          <a:p>
            <a:pPr lvl="1"/>
            <a:r>
              <a:rPr lang="en-US" sz="1400" b="true" i="false" u="none">
                <a:solidFill>
                  <a:srgbClr val="FF0000"/>
                </a:solidFill>
                <a:latin typeface="宋体"/>
              </a:rPr>
              <a:t>2.1 标题1</a:t>
            </a:r>
          </a:p>
          <a:p>
            <a:pPr lvl="1"/>
            <a:r>
              <a:rPr lang="en-US" sz="1400" b="true" i="false" u="none">
                <a:solidFill>
                  <a:srgbClr val="FF0000"/>
                </a:solidFill>
                <a:latin typeface="宋体"/>
              </a:rPr>
              <a:t>2.2 标题2</a:t>
            </a:r>
          </a:p>
          <a:p>
            <a:pPr lvl="2"/>
            <a:r>
              <a:rPr lang="en-US" sz="1200" b="true" i="true" u="none">
                <a:solidFill>
                  <a:srgbClr val="FF0000"/>
                </a:solidFill>
                <a:latin typeface="宋体"/>
              </a:rPr>
              <a:t>2.2.1 标题3</a:t>
            </a:r>
          </a:p>
          <a:p>
            <a:pPr lvl="2"/>
            <a:r>
              <a:rPr lang="en-US" sz="1200" b="true" i="true" u="none">
                <a:solidFill>
                  <a:srgbClr val="FF0000"/>
                </a:solidFill>
                <a:latin typeface="宋体"/>
              </a:rPr>
              <a:t>2.2.1 标题3</a:t>
            </a:r>
          </a:p>
          <a:p>
            <a:pPr lvl="0"/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﻿</a:t>
            </a:r>
          </a:p>
          <a:p>
            <a:pPr lvl="0"/>
            <a:r>
              <a:rPr lang="en-US" sz="1200" b="true" i="true" u="sng">
                <a:solidFill>
                  <a:srgbClr val="000000"/>
                </a:solidFill>
                <a:highlight>
                  <a:srgbClr val="FFFF00"/>
                </a:highlight>
                <a:ea typeface="宋体"/>
              </a:rPr>
              <a:t>起飞~</a:t>
            </a:r>
          </a:p>
          <a:p>
            <a:pPr lvl="0"/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﻿</a:t>
            </a:r>
          </a:p>
          <a:p>
            <a:pPr lvl="0"/>
            <a:r>
              <a:rPr lang="en-US" sz="1600" b="true" i="false" u="none">
                <a:solidFill>
                  <a:srgbClr val="0000FF"/>
                </a:solidFill>
                <a:latin typeface="微软雅黑"/>
              </a:rPr>
              <a:t>1. 测试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1000" y="381000"/>
            <a:ext cx="8255000" cy="6096000"/>
          </a:xfrm>
          <a:prstGeom prst="rect">
            <a:avLst/>
          </a:prstGeom>
        </p:spPr>
        <p:txBody>
          <a:bodyPr anchor="t" rtlCol="false"/>
          <a:lstStyle/>
          <a:p>
            <a:pPr algn="l" lvl="1">
              <a:defRPr/>
            </a:pP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- 这是</a:t>
            </a:r>
            <a:r>
              <a:rPr lang="en-US" sz="1200" b="false" i="false" u="none">
                <a:solidFill>
                  <a:srgbClr val="000000"/>
                </a:solidFill>
                <a:highlight>
                  <a:srgbClr val="FFFF00"/>
                </a:highlight>
                <a:ea typeface="宋体"/>
              </a:rPr>
              <a:t>第一个</a:t>
            </a:r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带有</a:t>
            </a:r>
            <a:r>
              <a:rPr lang="en-US" sz="1200" b="true" i="false" u="none">
                <a:solidFill>
                  <a:srgbClr val="000000"/>
                </a:solidFill>
                <a:ea typeface="宋体"/>
              </a:rPr>
              <a:t>样式</a:t>
            </a:r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的</a:t>
            </a:r>
            <a:r>
              <a:rPr lang="en-US" sz="1200" b="false" i="false" u="sng">
                <a:solidFill>
                  <a:srgbClr val="000000"/>
                </a:solidFill>
                <a:ea typeface="宋体"/>
              </a:rPr>
              <a:t>文档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</a:t>
            </a:r>
            <a:endParaRPr lang="en-US" sz="1100"/>
          </a:p>
          <a:p>
            <a:pPr lvl="1"/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- built by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/>
            <a:r>
              <a:rPr lang="en-US" sz="1100" b="false" i="false" u="none">
                <a:solidFill>
                  <a:srgbClr val="808080"/>
                </a:solidFill>
                <a:ea typeface="宋体"/>
              </a:rPr>
              <a:t>苦心人,</a:t>
            </a:r>
            <a:r>
              <a:rPr lang="en-US" sz="1100" b="false" i="false" u="none">
                <a:solidFill>
                  <a:srgbClr val="808080"/>
                </a:solidFill>
                <a:highlight>
                  <a:srgbClr val="FFFF00"/>
                </a:highlight>
                <a:ea typeface="宋体"/>
              </a:rPr>
              <a:t>天不负</a:t>
            </a:r>
            <a:r>
              <a:rPr lang="en-US" sz="1100" b="false" i="false" u="none">
                <a:solidFill>
                  <a:srgbClr val="808080"/>
                </a:solidFill>
                <a:latin typeface="宋体"/>
              </a:rPr>
              <a:t>,</a:t>
            </a:r>
            <a:r>
              <a:rPr lang="en-US" sz="1100" b="false" i="false" u="none">
                <a:solidFill>
                  <a:srgbClr val="FF0000"/>
                </a:solidFill>
                <a:ea typeface="宋体"/>
              </a:rPr>
              <a:t>三千越甲可吞吴</a:t>
            </a:r>
            <a:r>
              <a:rPr lang="en-US" sz="1100" b="false" i="false" u="none">
                <a:solidFill>
                  <a:srgbClr val="808080"/>
                </a:solidFill>
                <a:latin typeface="宋体"/>
              </a:rPr>
              <a:t>!</a:t>
            </a:r>
          </a:p>
          <a:p>
            <a:pPr lvl="0"/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﻿</a:t>
            </a:r>
          </a:p>
          <a:p>
            <a:pPr lvl="0"/>
            <a:r>
              <a:rPr lang="en-US" sz="1600" b="true" i="false" u="none">
                <a:solidFill>
                  <a:srgbClr val="0000FF"/>
                </a:solidFill>
                <a:latin typeface="微软雅黑"/>
              </a:rPr>
              <a:t>2. 闲聊</a:t>
            </a:r>
          </a:p>
          <a:p>
            <a:pPr lvl="1"/>
            <a:r>
              <a:rPr lang="en-US" sz="1400" b="true" i="false" u="none">
                <a:solidFill>
                  <a:srgbClr val="FF0000"/>
                </a:solidFill>
                <a:latin typeface="宋体"/>
              </a:rPr>
              <a:t>2.1 标题1</a:t>
            </a:r>
          </a:p>
          <a:p>
            <a:pPr lvl="1"/>
            <a:r>
              <a:rPr lang="en-US" sz="1400" b="true" i="false" u="none">
                <a:solidFill>
                  <a:srgbClr val="FF0000"/>
                </a:solidFill>
                <a:latin typeface="宋体"/>
              </a:rPr>
              <a:t>2.2 标题2</a:t>
            </a:r>
          </a:p>
          <a:p>
            <a:pPr lvl="2"/>
            <a:r>
              <a:rPr lang="en-US" sz="1200" b="true" i="true" u="none">
                <a:solidFill>
                  <a:srgbClr val="FF0000"/>
                </a:solidFill>
                <a:latin typeface="宋体"/>
              </a:rPr>
              <a:t>2.2.1 标题3</a:t>
            </a:r>
          </a:p>
          <a:p>
            <a:pPr lvl="2"/>
            <a:r>
              <a:rPr lang="en-US" sz="1200" b="true" i="true" u="none">
                <a:solidFill>
                  <a:srgbClr val="FF0000"/>
                </a:solidFill>
                <a:latin typeface="宋体"/>
              </a:rPr>
              <a:t>2.2.1 标题3</a:t>
            </a:r>
          </a:p>
          <a:p>
            <a:pPr lvl="0"/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﻿</a:t>
            </a:r>
          </a:p>
          <a:p>
            <a:pPr lvl="0"/>
            <a:r>
              <a:rPr lang="en-US" sz="1200" b="true" i="true" u="sng">
                <a:solidFill>
                  <a:srgbClr val="000000"/>
                </a:solidFill>
                <a:highlight>
                  <a:srgbClr val="FFFF00"/>
                </a:highlight>
                <a:ea typeface="宋体"/>
              </a:rPr>
              <a:t>起飞~</a:t>
            </a:r>
          </a:p>
          <a:p>
            <a:pPr lvl="0"/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﻿</a:t>
            </a:r>
          </a:p>
          <a:p>
            <a:pPr lvl="0"/>
            <a:r>
              <a:rPr lang="en-US" sz="1600" b="true" i="false" u="none">
                <a:solidFill>
                  <a:srgbClr val="0000FF"/>
                </a:solidFill>
                <a:latin typeface="微软雅黑"/>
              </a:rPr>
              <a:t>1. 测试</a:t>
            </a:r>
          </a:p>
          <a:p>
            <a:pPr lvl="1"/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- 这是</a:t>
            </a:r>
            <a:r>
              <a:rPr lang="en-US" sz="1200" b="false" i="false" u="none">
                <a:solidFill>
                  <a:srgbClr val="000000"/>
                </a:solidFill>
                <a:highlight>
                  <a:srgbClr val="FFFF00"/>
                </a:highlight>
                <a:ea typeface="宋体"/>
              </a:rPr>
              <a:t>第一个</a:t>
            </a:r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带有</a:t>
            </a:r>
            <a:r>
              <a:rPr lang="en-US" sz="1200" b="true" i="false" u="none">
                <a:solidFill>
                  <a:srgbClr val="000000"/>
                </a:solidFill>
                <a:ea typeface="宋体"/>
              </a:rPr>
              <a:t>样式</a:t>
            </a:r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的</a:t>
            </a:r>
            <a:r>
              <a:rPr lang="en-US" sz="1200" b="false" i="false" u="sng">
                <a:solidFill>
                  <a:srgbClr val="000000"/>
                </a:solidFill>
                <a:ea typeface="宋体"/>
              </a:rPr>
              <a:t>文档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/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- built by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!built by </a:t>
            </a:r>
            <a:r>
              <a:rPr lang="en-US" sz="1200" b="false" i="true" u="none">
                <a:solidFill>
                  <a:srgbClr val="000000"/>
                </a:solidFill>
                <a:latin typeface="宋体"/>
              </a:rPr>
              <a:t>MyNotesBuilder</a:t>
            </a:r>
            <a:r>
              <a:rPr lang="en-US" sz="1200" b="false" i="false" u="none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/>
            <a:r>
              <a:rPr lang="en-US" sz="1100" b="false" i="false" u="none">
                <a:solidFill>
                  <a:srgbClr val="808080"/>
                </a:solidFill>
                <a:ea typeface="宋体"/>
              </a:rPr>
              <a:t>苦心人,</a:t>
            </a:r>
            <a:r>
              <a:rPr lang="en-US" sz="1100" b="false" i="false" u="none">
                <a:solidFill>
                  <a:srgbClr val="808080"/>
                </a:solidFill>
                <a:highlight>
                  <a:srgbClr val="FFFF00"/>
                </a:highlight>
                <a:ea typeface="宋体"/>
              </a:rPr>
              <a:t>天不负</a:t>
            </a:r>
            <a:r>
              <a:rPr lang="en-US" sz="1100" b="false" i="false" u="none">
                <a:solidFill>
                  <a:srgbClr val="808080"/>
                </a:solidFill>
                <a:latin typeface="宋体"/>
              </a:rPr>
              <a:t>,</a:t>
            </a:r>
            <a:r>
              <a:rPr lang="en-US" sz="1100" b="false" i="false" u="none">
                <a:solidFill>
                  <a:srgbClr val="FF0000"/>
                </a:solidFill>
                <a:ea typeface="宋体"/>
              </a:rPr>
              <a:t>三千越甲可吞吴</a:t>
            </a:r>
            <a:r>
              <a:rPr lang="en-US" sz="1100" b="false" i="false" u="none">
                <a:solidFill>
                  <a:srgbClr val="808080"/>
                </a:solidFill>
                <a:latin typeface="宋体"/>
              </a:rPr>
              <a:t>!</a:t>
            </a:r>
          </a:p>
          <a:p>
            <a:pPr lvl="0"/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﻿</a:t>
            </a:r>
          </a:p>
          <a:p>
            <a:pPr lvl="0"/>
            <a:r>
              <a:rPr lang="en-US" sz="1600" b="true" i="false" u="none">
                <a:solidFill>
                  <a:srgbClr val="0000FF"/>
                </a:solidFill>
                <a:latin typeface="微软雅黑"/>
              </a:rPr>
              <a:t>2. 闲聊</a:t>
            </a:r>
          </a:p>
          <a:p>
            <a:pPr lvl="1"/>
            <a:r>
              <a:rPr lang="en-US" sz="1400" b="true" i="false" u="none">
                <a:solidFill>
                  <a:srgbClr val="FF0000"/>
                </a:solidFill>
                <a:latin typeface="宋体"/>
              </a:rPr>
              <a:t>2.1 标题1</a:t>
            </a:r>
          </a:p>
          <a:p>
            <a:pPr lvl="1"/>
            <a:r>
              <a:rPr lang="en-US" sz="1400" b="true" i="false" u="none">
                <a:solidFill>
                  <a:srgbClr val="FF0000"/>
                </a:solidFill>
                <a:latin typeface="宋体"/>
              </a:rPr>
              <a:t>2.2 标题2</a:t>
            </a:r>
          </a:p>
          <a:p>
            <a:pPr lvl="2"/>
            <a:r>
              <a:rPr lang="en-US" sz="1200" b="true" i="true" u="none">
                <a:solidFill>
                  <a:srgbClr val="FF0000"/>
                </a:solidFill>
                <a:latin typeface="宋体"/>
              </a:rPr>
              <a:t>2.2.1 标题3</a:t>
            </a:r>
          </a:p>
          <a:p>
            <a:pPr lvl="2"/>
            <a:r>
              <a:rPr lang="en-US" sz="1200" b="true" i="true" u="none">
                <a:solidFill>
                  <a:srgbClr val="FF0000"/>
                </a:solidFill>
                <a:latin typeface="宋体"/>
              </a:rPr>
              <a:t>2.2.1 标题3</a:t>
            </a:r>
          </a:p>
          <a:p>
            <a:pPr lvl="0"/>
            <a:r>
              <a:rPr lang="en-US" sz="1200" b="false" i="false" u="none">
                <a:solidFill>
                  <a:srgbClr val="000000"/>
                </a:solidFill>
                <a:ea typeface="宋体"/>
              </a:rPr>
              <a:t>﻿</a:t>
            </a:r>
          </a:p>
          <a:p>
            <a:pPr lvl="0"/>
            <a:r>
              <a:rPr lang="en-US" sz="1200" b="true" i="true" u="sng">
                <a:solidFill>
                  <a:srgbClr val="000000"/>
                </a:solidFill>
                <a:highlight>
                  <a:srgbClr val="FFFF00"/>
                </a:highlight>
                <a:ea typeface="宋体"/>
              </a:rPr>
              <a:t>起飞~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