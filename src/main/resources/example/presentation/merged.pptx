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测试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这是</a:t>
            </a:r>
            <a:r>
              <a:rPr sz="1200" b="0" i="0" dirty="1">
                <a:solidFill>
                  <a:srgbClr val="000000"/>
                </a:solidFill>
                <a:highlight>
                  <a:srgbClr val="FFFF00"/>
                </a:highlight>
                <a:latin typeface="宋体"/>
              </a:rPr>
              <a:t>第一个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带有</a:t>
            </a:r>
            <a:r>
              <a:rPr sz="1200" b="1" i="0" dirty="1">
                <a:solidFill>
                  <a:srgbClr val="000000"/>
                </a:solidFill>
                <a:latin typeface="宋体"/>
              </a:rPr>
              <a:t>样式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的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文档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built by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苦心人,</a:t>
            </a:r>
            <a:r>
              <a:rPr sz="1100" b="0" i="0" dirty="1">
                <a:solidFill>
                  <a:srgbClr val="808080"/>
                </a:solidFill>
                <a:highlight>
                  <a:srgbClr val="FFFF00"/>
                </a:highlight>
                <a:latin typeface="宋体"/>
              </a:rPr>
              <a:t>天不负</a:t>
            </a:r>
            <a:r>
              <a:rPr sz="1100" b="0" i="0" dirty="1">
                <a:solidFill>
                  <a:srgbClr val="808080"/>
                </a:solidFill>
                <a:latin typeface="宋体"/>
              </a:rPr>
              <a:t>,</a:t>
            </a:r>
            <a:r>
              <a:rPr sz="1100" b="0" i="0" dirty="1">
                <a:solidFill>
                  <a:srgbClr val="FF0000"/>
                </a:solidFill>
                <a:latin typeface="宋体"/>
              </a:rPr>
              <a:t>三千越甲可吞吴</a:t>
            </a:r>
            <a:r>
              <a:rPr sz="1100" b="0" i="0" dirty="1">
                <a:solidFill>
                  <a:srgbClr val="808080"/>
                </a:solidFill>
                <a:latin typeface="宋体"/>
              </a:rPr>
              <a:t>!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闲聊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标题1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标题2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标题3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200" b="1" i="1" dirty="1">
                <a:solidFill>
                  <a:srgbClr val="000000"/>
                </a:solidFill>
                <a:highlight>
                  <a:srgbClr val="FFFF00"/>
                </a:highlight>
                <a:latin typeface="宋体"/>
              </a:rPr>
              <a:t>起飞~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测试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这是</a:t>
            </a:r>
            <a:r>
              <a:rPr sz="1200" b="0" i="0" dirty="1">
                <a:solidFill>
                  <a:srgbClr val="000000"/>
                </a:solidFill>
                <a:highlight>
                  <a:srgbClr val="FFFF00"/>
                </a:highlight>
                <a:latin typeface="宋体"/>
              </a:rPr>
              <a:t>第一个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带有</a:t>
            </a:r>
            <a:r>
              <a:rPr sz="1200" b="1" i="0" dirty="1">
                <a:solidFill>
                  <a:srgbClr val="000000"/>
                </a:solidFill>
                <a:latin typeface="宋体"/>
              </a:rPr>
              <a:t>样式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的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文档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built by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苦心人,</a:t>
            </a:r>
            <a:r>
              <a:rPr sz="1100" b="0" i="0" dirty="1">
                <a:solidFill>
                  <a:srgbClr val="808080"/>
                </a:solidFill>
                <a:highlight>
                  <a:srgbClr val="FFFF00"/>
                </a:highlight>
                <a:latin typeface="宋体"/>
              </a:rPr>
              <a:t>天不负</a:t>
            </a:r>
            <a:r>
              <a:rPr sz="1100" b="0" i="0" dirty="1">
                <a:solidFill>
                  <a:srgbClr val="808080"/>
                </a:solidFill>
                <a:latin typeface="宋体"/>
              </a:rPr>
              <a:t>,</a:t>
            </a:r>
            <a:r>
              <a:rPr sz="1100" b="0" i="0" dirty="1">
                <a:solidFill>
                  <a:srgbClr val="FF0000"/>
                </a:solidFill>
                <a:latin typeface="宋体"/>
              </a:rPr>
              <a:t>三千越甲可吞吴</a:t>
            </a:r>
            <a:r>
              <a:rPr sz="1100" b="0" i="0" dirty="1">
                <a:solidFill>
                  <a:srgbClr val="808080"/>
                </a:solidFill>
                <a:latin typeface="宋体"/>
              </a:rPr>
              <a:t>!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闲聊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标题1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标题2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标题3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标题3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200" b="1" i="1" dirty="1">
                <a:solidFill>
                  <a:srgbClr val="000000"/>
                </a:solidFill>
                <a:highlight>
                  <a:srgbClr val="FFFF00"/>
                </a:highlight>
                <a:latin typeface="宋体"/>
              </a:rPr>
              <a:t>起飞~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测试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这是</a:t>
            </a:r>
            <a:r>
              <a:rPr sz="1200" b="0" i="0" dirty="1">
                <a:solidFill>
                  <a:srgbClr val="000000"/>
                </a:solidFill>
                <a:highlight>
                  <a:srgbClr val="FFFF00"/>
                </a:highlight>
                <a:latin typeface="宋体"/>
              </a:rPr>
              <a:t>第一个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带有</a:t>
            </a:r>
            <a:r>
              <a:rPr sz="1200" b="1" i="0" dirty="1">
                <a:solidFill>
                  <a:srgbClr val="000000"/>
                </a:solidFill>
                <a:latin typeface="宋体"/>
              </a:rPr>
              <a:t>样式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的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文档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built by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苦心人,</a:t>
            </a:r>
            <a:r>
              <a:rPr sz="1100" b="0" i="0" dirty="1">
                <a:solidFill>
                  <a:srgbClr val="808080"/>
                </a:solidFill>
                <a:highlight>
                  <a:srgbClr val="FFFF00"/>
                </a:highlight>
                <a:latin typeface="宋体"/>
              </a:rPr>
              <a:t>天不负</a:t>
            </a:r>
            <a:r>
              <a:rPr sz="1100" b="0" i="0" dirty="1">
                <a:solidFill>
                  <a:srgbClr val="808080"/>
                </a:solidFill>
                <a:latin typeface="宋体"/>
              </a:rPr>
              <a:t>,</a:t>
            </a:r>
            <a:r>
              <a:rPr sz="1100" b="0" i="0" dirty="1">
                <a:solidFill>
                  <a:srgbClr val="FF0000"/>
                </a:solidFill>
                <a:latin typeface="宋体"/>
              </a:rPr>
              <a:t>三千越甲可吞吴</a:t>
            </a:r>
            <a:r>
              <a:rPr sz="1100" b="0" i="0" dirty="1">
                <a:solidFill>
                  <a:srgbClr val="808080"/>
                </a:solidFill>
                <a:latin typeface="宋体"/>
              </a:rPr>
              <a:t>!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闲聊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标题1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标题2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标题3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标题3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200" b="1" i="1" dirty="1">
                <a:solidFill>
                  <a:srgbClr val="000000"/>
                </a:solidFill>
                <a:highlight>
                  <a:srgbClr val="FFFF00"/>
                </a:highlight>
                <a:latin typeface="宋体"/>
              </a:rPr>
              <a:t>起飞~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测试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这是</a:t>
            </a:r>
            <a:r>
              <a:rPr sz="1200" b="0" i="0" dirty="1">
                <a:solidFill>
                  <a:srgbClr val="000000"/>
                </a:solidFill>
                <a:highlight>
                  <a:srgbClr val="FFFF00"/>
                </a:highlight>
                <a:latin typeface="宋体"/>
              </a:rPr>
              <a:t>第一个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带有</a:t>
            </a:r>
            <a:r>
              <a:rPr sz="1200" b="1" i="0" dirty="1">
                <a:solidFill>
                  <a:srgbClr val="000000"/>
                </a:solidFill>
                <a:latin typeface="宋体"/>
              </a:rPr>
              <a:t>样式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的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文档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built by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!built by </a:t>
            </a:r>
            <a:r>
              <a:rPr sz="1200" b="0" i="1" dirty="1">
                <a:solidFill>
                  <a:srgbClr val="000000"/>
                </a:solidFill>
                <a:latin typeface="宋体"/>
              </a:rPr>
              <a:t>MyNotesBuilder</a:t>
            </a:r>
            <a:r>
              <a:rPr sz="1200" b="0" i="0" dirty="1">
                <a:solidFill>
                  <a:srgbClr val="000000"/>
                </a:solidFill>
                <a:latin typeface="宋体"/>
              </a:rPr>
              <a:t>!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苦心人,</a:t>
            </a:r>
            <a:r>
              <a:rPr sz="1100" b="0" i="0" dirty="1">
                <a:solidFill>
                  <a:srgbClr val="808080"/>
                </a:solidFill>
                <a:highlight>
                  <a:srgbClr val="FFFF00"/>
                </a:highlight>
                <a:latin typeface="宋体"/>
              </a:rPr>
              <a:t>天不负</a:t>
            </a:r>
            <a:r>
              <a:rPr sz="1100" b="0" i="0" dirty="1">
                <a:solidFill>
                  <a:srgbClr val="808080"/>
                </a:solidFill>
                <a:latin typeface="宋体"/>
              </a:rPr>
              <a:t>,</a:t>
            </a:r>
            <a:r>
              <a:rPr sz="1100" b="0" i="0" dirty="1">
                <a:solidFill>
                  <a:srgbClr val="FF0000"/>
                </a:solidFill>
                <a:latin typeface="宋体"/>
              </a:rPr>
              <a:t>三千越甲可吞吴</a:t>
            </a:r>
            <a:r>
              <a:rPr sz="1100" b="0" i="0" dirty="1">
                <a:solidFill>
                  <a:srgbClr val="808080"/>
                </a:solidFill>
                <a:latin typeface="宋体"/>
              </a:rPr>
              <a:t>!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闲聊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标题1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标题2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标题3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标题3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200" b="1" i="1" dirty="1">
                <a:solidFill>
                  <a:srgbClr val="000000"/>
                </a:solidFill>
                <a:highlight>
                  <a:srgbClr val="FFFF00"/>
                </a:highlight>
                <a:latin typeface="宋体"/>
              </a:rPr>
              <a:t>起飞~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引用1203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400" b="1" i="0" dirty="1">
                <a:solidFill>
                  <a:srgbClr val="FF0000"/>
                </a:solidFill>
                <a:latin typeface="宋体"/>
              </a:rPr>
              <a:t>1.1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  <p1:bldP xmlns:p1="http://schemas.openxmlformats.org/presentationml/2006/main" spid="2" grpId="29" uiExpand="0" advAuto="indefinite" build="cust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381000" y="381000"/>
            <a:ext cx="8255000" cy="6096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引用1203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200" b="0" i="0" dirty="1">
                <a:solidFill>
                  <a:srgbClr val="000000"/>
                </a:solidFill>
                <a:latin typeface="宋体"/>
              </a:rPr>
              <a:t>﻿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1.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1.1 二级标题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1.2 二级标题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2. 一级标题</a:t>
            </a:r>
          </a:p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2.1 二级标题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7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2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37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  <p1:bldP xmlns:p1="http://schemas.openxmlformats.org/presentationml/2006/main" spid="2" grpId="12" uiExpand="0" advAuto="indefinite" build="cust" animBg="1"/>
      <p1:bldP xmlns:p1="http://schemas.openxmlformats.org/presentationml/2006/main" spid="2" grpId="13" uiExpand="0" advAuto="indefinite" build="cust" animBg="1"/>
      <p1:bldP xmlns:p1="http://schemas.openxmlformats.org/presentationml/2006/main" spid="2" grpId="14" uiExpand="0" advAuto="indefinite" build="cust" animBg="1"/>
      <p1:bldP xmlns:p1="http://schemas.openxmlformats.org/presentationml/2006/main" spid="2" grpId="15" uiExpand="0" advAuto="indefinite" build="cust" animBg="1"/>
      <p1:bldP xmlns:p1="http://schemas.openxmlformats.org/presentationml/2006/main" spid="2" grpId="16" uiExpand="0" advAuto="indefinite" build="cust" animBg="1"/>
      <p1:bldP xmlns:p1="http://schemas.openxmlformats.org/presentationml/2006/main" spid="2" grpId="17" uiExpand="0" advAuto="indefinite" build="cust" animBg="1"/>
      <p1:bldP xmlns:p1="http://schemas.openxmlformats.org/presentationml/2006/main" spid="2" grpId="18" uiExpand="0" advAuto="indefinite" build="cust" animBg="1"/>
      <p1:bldP xmlns:p1="http://schemas.openxmlformats.org/presentationml/2006/main" spid="2" grpId="19" uiExpand="0" advAuto="indefinite" build="cust" animBg="1"/>
      <p1:bldP xmlns:p1="http://schemas.openxmlformats.org/presentationml/2006/main" spid="2" grpId="20" uiExpand="0" advAuto="indefinite" build="cust" animBg="1"/>
      <p1:bldP xmlns:p1="http://schemas.openxmlformats.org/presentationml/2006/main" spid="2" grpId="21" uiExpand="0" advAuto="indefinite" build="cust" animBg="1"/>
      <p1:bldP xmlns:p1="http://schemas.openxmlformats.org/presentationml/2006/main" spid="2" grpId="22" uiExpand="0" advAuto="indefinite" build="cust" animBg="1"/>
      <p1:bldP xmlns:p1="http://schemas.openxmlformats.org/presentationml/2006/main" spid="2" grpId="23" uiExpand="0" advAuto="indefinite" build="cust" animBg="1"/>
      <p1:bldP xmlns:p1="http://schemas.openxmlformats.org/presentationml/2006/main" spid="2" grpId="24" uiExpand="0" advAuto="indefinite" build="cust" animBg="1"/>
      <p1:bldP xmlns:p1="http://schemas.openxmlformats.org/presentationml/2006/main" spid="2" grpId="25" uiExpand="0" advAuto="indefinite" build="cust" animBg="1"/>
      <p1:bldP xmlns:p1="http://schemas.openxmlformats.org/presentationml/2006/main" spid="2" grpId="26" uiExpand="0" advAuto="indefinite" build="cust" animBg="1"/>
      <p1:bldP xmlns:p1="http://schemas.openxmlformats.org/presentationml/2006/main" spid="2" grpId="27" uiExpand="0" advAuto="indefinite" build="cust" animBg="1"/>
      <p1:bldP xmlns:p1="http://schemas.openxmlformats.org/presentationml/2006/main" spid="2" grpId="28" uiExpand="0" advAuto="indefinite" build="cust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71500" y="381000"/>
            <a:ext cx="7620000" cy="5715000"/>
          </a:xfrm>
          <a:prstGeom prst="rect"/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lvl="1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 二级标题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2.2.1 三级标题</a:t>
            </a:r>
          </a:p>
          <a:p>
            <a:pPr lvl="2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 三级标题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2.2.2.1 小标题</a:t>
            </a:r>
          </a:p>
          <a:p>
            <a:pPr lvl="3" algn="l"/>
            <a:r>
              <a:rPr sz="1200" b="1" i="1" dirty="1">
                <a:solidFill>
                  <a:srgbClr val="000000"/>
                </a:solidFill>
                <a:latin typeface="宋体"/>
              </a:rPr>
              <a:t>2.2.2.2 小标题</a:t>
            </a:r>
          </a:p>
          <a:p>
            <a:pPr lvl="0" algn="l"/>
            <a:r>
              <a:rPr sz="1600" b="1" i="0" dirty="1">
                <a:solidFill>
                  <a:srgbClr val="0000FF"/>
                </a:solidFill>
                <a:latin typeface="微软雅黑"/>
              </a:rPr>
              <a:t>3. 一级标题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1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2 有序列表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200" b="0" i="0" dirty="1">
                <a:solidFill>
                  <a:srgbClr val="000000"/>
                </a:solidFill>
                <a:latin typeface="宋体"/>
              </a:rPr>
              <a:t>- 无序列表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</a:t>
            </a:r>
          </a:p>
          <a:p>
            <a:pPr lvl="1" algn="l"/>
            <a:r>
              <a:rPr sz="1100" b="0" i="0" dirty="1">
                <a:solidFill>
                  <a:srgbClr val="808080"/>
                </a:solidFill>
                <a:latin typeface="宋体"/>
              </a:rPr>
              <a:t>引用1203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>
          <p:childTnLst>
            <p:seq concurrent="1" prevAc="none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1:strVal xmlns:p1="http://schemas.openxmlformats.org/presentationml/2006/main" val="visible"/>
                                      </p:to>
                                    </p:set>
                                    <p:animEffect transition="in" filter="checkerboard(across)" prLst="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1:bldP xmlns:p1="http://schemas.openxmlformats.org/presentationml/2006/main" spid="2" grpId="0" uiExpand="0" advAuto="indefinite" build="cust" animBg="1"/>
      <p1:bldP xmlns:p1="http://schemas.openxmlformats.org/presentationml/2006/main" spid="2" grpId="1" uiExpand="0" advAuto="indefinite" build="cust" animBg="1"/>
      <p1:bldP xmlns:p1="http://schemas.openxmlformats.org/presentationml/2006/main" spid="2" grpId="2" uiExpand="0" advAuto="indefinite" build="cust" animBg="1"/>
      <p1:bldP xmlns:p1="http://schemas.openxmlformats.org/presentationml/2006/main" spid="2" grpId="3" uiExpand="0" advAuto="indefinite" build="cust" animBg="1"/>
      <p1:bldP xmlns:p1="http://schemas.openxmlformats.org/presentationml/2006/main" spid="2" grpId="4" uiExpand="0" advAuto="indefinite" build="cust" animBg="1"/>
      <p1:bldP xmlns:p1="http://schemas.openxmlformats.org/presentationml/2006/main" spid="2" grpId="5" uiExpand="0" advAuto="indefinite" build="cust" animBg="1"/>
      <p1:bldP xmlns:p1="http://schemas.openxmlformats.org/presentationml/2006/main" spid="2" grpId="6" uiExpand="0" advAuto="indefinite" build="cust" animBg="1"/>
      <p1:bldP xmlns:p1="http://schemas.openxmlformats.org/presentationml/2006/main" spid="2" grpId="7" uiExpand="0" advAuto="indefinite" build="cust" animBg="1"/>
      <p1:bldP xmlns:p1="http://schemas.openxmlformats.org/presentationml/2006/main" spid="2" grpId="8" uiExpand="0" advAuto="indefinite" build="cust" animBg="1"/>
      <p1:bldP xmlns:p1="http://schemas.openxmlformats.org/presentationml/2006/main" spid="2" grpId="9" uiExpand="0" advAuto="indefinite" build="cust" animBg="1"/>
      <p1:bldP xmlns:p1="http://schemas.openxmlformats.org/presentationml/2006/main" spid="2" grpId="10" uiExpand="0" advAuto="indefinite" build="cust" animBg="1"/>
      <p1:bldP xmlns:p1="http://schemas.openxmlformats.org/presentationml/2006/main" spid="2" grpId="11" uiExpand="0" advAuto="indefinite" build="cust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