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66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pPr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0"/>
            <a:ext cx="9324528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Appear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Arc_Up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Ascend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Blast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Blinds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Blink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Bold_Flash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Bold_Reveal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Boomerang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Bounce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Box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Brush_On_Color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Brush_On_Underline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Center_Revolve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Change_Fill_Color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Change_Font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Change_Font_Color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Change_Font_Size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Change_Font_Style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Change_Line_Color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Checkerboard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Circle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Color_Blend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Color_Reveal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Color_Wave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Complementary_Color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Complementary_Color_2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Compress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Contrasting_Color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Crawl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Credits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Darken</a:t>
            </a:r>
          </a:p>
          <a:p>
            <a:pPr lvl="0" algn="l">
              <a:spcBef>
                <a:spcPts val="200"/>
              </a:spcBef>
            </a:pPr>
            <a:r>
              <a:rPr sz="1200" b="0" i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Desaturate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2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rAng="0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  <p:animEffect transition="in" filter="fade" prLst="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>
                                        <p:cTn id="24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25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2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30" dur="6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 prLst="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emph" presetSubtype="0" fill="hold" grpId="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mph" presetSubtype="0" fill="hold" grpId="6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43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5" presetClass="emph" presetSubtype="0" grpId="7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5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5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 prLst="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mph" presetSubtype="0" fill="hold" grpId="1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mph" presetSubtype="0" fill="hold" grpId="1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3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97" dur="1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mph" presetSubtype="6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>
                                        <p:cTn id="105" dur="2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mph" presetSubtype="0" grpId="1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1" dur="indefinite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mph" presetSubtype="6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>
                                        <p:cTn id="115" dur="2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mph" presetSubtype="2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>
                                        <p:cTn id="119" dur="2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" presetClass="emph" presetSubtype="1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indefinite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>
                                        <p:cTn id="124" dur="indefinite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>
                                        <p:cTn id="125" dur="indefinite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7" presetClass="emph" presetSubtype="6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>
                                        <p:cTn id="129" dur="2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0" dur="2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5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6" presetClass="entr" presetSubtype="16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140" dur="20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9" presetClass="emph" presetSubtype="0" fill="hold" grpId="2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>
                                        <p:cTn id="144" dur="500" fill="hold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45" dur="500" fill="hold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7" presetClass="entr" presetSubtype="0" fill="hold" grpId="2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>
                                        <p:cTn id="152" dur="8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3" dur="8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8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0" presetClass="emph" presetSubtype="0" fill="hold" grpId="2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500" autoRev="1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500" autoRev="1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0" dur="500" autoRev="1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1" presetClass="emph" presetSubtype="0" fill="hold" grpId="2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>
                                      <p:cBhvr>
                                        <p:cTn id="164" dur="500" fill="hold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>
                                      <p:cBhvr>
                                        <p:cTn id="165" dur="500" fill="hold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>
                                      <p:cBhvr>
                                        <p:cTn id="166" dur="500" fill="hold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mph" presetSubtype="0" fill="hold" grpId="26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>
                                      <p:cBhvr>
                                        <p:cTn id="171" dur="500" fill="hold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4400000" s="0" l="0"/>
                                      </p:by>
                                    </p:animClr>
                                    <p:animClr clrSpc="hsl">
                                      <p:cBhvr>
                                        <p:cTn id="172" dur="500" fill="hold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4400000" s="0" l="0"/>
                                      </p:by>
                                    </p:animClr>
                                    <p:animClr clrSpc="hsl">
                                      <p:cBhvr>
                                        <p:cTn id="173" dur="500" fill="hold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4400000" s="0" l="0"/>
                                      </p:by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50" presetClass="entr" presetSubtype="0" decel="100000" fill="hold" grpId="27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81" dur="10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3" presetClass="emph" presetSubtype="0" fill="hold" grpId="28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>
                                      <p:cBhvr>
                                        <p:cTn id="185" dur="5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>
                                      <p:cBhvr>
                                        <p:cTn id="186" dur="5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>
                                      <p:cBhvr>
                                        <p:cTn id="187" dur="5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ntr" presetSubtype="4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0" fill="hold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0" fill="hold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8" presetClass="entr" presetSubtype="0" fill="hold" grpId="3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5000" fill="hold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5000" fill="hold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4" presetClass="emph" presetSubtype="0" fill="hold" grpId="3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>
                                      <p:cBhvr>
                                        <p:cTn id="204" dur="500" fill="hold"/>
                                        <p:tgtEl>
                                          <p:spTgt spid="2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>
                                      <p:cBhvr>
                                        <p:cTn id="205" dur="500" fill="hold"/>
                                        <p:tgtEl>
                                          <p:spTgt spid="2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>
                                      <p:cBhvr>
                                        <p:cTn id="206" dur="500" fill="hold"/>
                                        <p:tgtEl>
                                          <p:spTgt spid="2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2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5" presetClass="emph" presetSubtype="0" fill="hold" grpId="3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>
                                      <p:cBhvr>
                                        <p:cTn id="211" dur="5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>
                                      <p:cBhvr>
                                        <p:cTn id="212" dur="5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>
                                      <p:cBhvr>
                                        <p:cTn id="213" dur="5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cust" animBg="1"/>
      <p:bldP spid="2" grpId="1" build="cust" animBg="1"/>
      <p:bldP spid="2" grpId="2" build="cust" animBg="1"/>
      <p:bldP spid="2" grpId="3" build="cust" animBg="1"/>
      <p:bldP spid="2" grpId="4" build="cust" animBg="1"/>
      <p:bldP spid="2" grpId="5" build="cust" animBg="1"/>
      <p:bldP spid="2" grpId="6" build="cust" animBg="1"/>
      <p:bldP spid="2" grpId="7" build="cust" animBg="1"/>
      <p:bldP spid="2" grpId="8" build="cust" animBg="1"/>
      <p:bldP spid="2" grpId="9" build="cust" animBg="1"/>
      <p:bldP spid="2" grpId="10" build="cust" animBg="1"/>
      <p:bldP spid="2" grpId="11" build="cust" animBg="1"/>
      <p:bldP spid="2" grpId="12" build="cust" animBg="1"/>
      <p:bldP spid="2" grpId="13" build="cust" animBg="1"/>
      <p:bldP spid="2" grpId="14" build="cust" animBg="1"/>
      <p:bldP spid="2" grpId="15" build="cust" animBg="1"/>
      <p:bldP spid="2" grpId="16" build="cust" animBg="1"/>
      <p:bldP spid="2" grpId="17" build="cust" animBg="1"/>
      <p:bldP spid="2" grpId="18" build="cust" animBg="1"/>
      <p:bldP spid="2" grpId="19" build="cust" animBg="1"/>
      <p:bldP spid="2" grpId="20" build="cust" animBg="1"/>
      <p:bldP spid="2" grpId="21" build="cust" animBg="1"/>
      <p:bldP spid="2" grpId="22" build="cust" animBg="1"/>
      <p:bldP spid="2" grpId="23" build="cust" animBg="1"/>
      <p:bldP spid="2" grpId="24" build="cust" animBg="1"/>
      <p:bldP spid="2" grpId="25" build="cust" animBg="1"/>
      <p:bldP spid="2" grpId="26" build="cust" animBg="1"/>
      <p:bldP spid="2" grpId="27" build="cust" animBg="1"/>
      <p:bldP spid="2" grpId="28" build="cust" animBg="1"/>
      <p:bldP spid="2" grpId="29" build="cust" animBg="1"/>
      <p:bldP spid="2" grpId="30" build="cust" animBg="1"/>
      <p:bldP spid="2" grpId="31" build="cust" animBg="1"/>
      <p:bldP spid="2" grpId="32" build="cust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Descend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Diamond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Dissolve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Ease_In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Expand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Fade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Faded_Swivel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Faded_Zoom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Flash_Bulb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Flash_Once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Flicker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Flip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Fly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Glide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Grow_And_Turn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Grow_Shrink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Grow_With_Color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Lighten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Light_Speed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Media_Pause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Media_Play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Media_Stop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Path_4_Point_Star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Path_5_Point_Star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Path_6_Point_Star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Path_8_Point_Star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Path_Arc_Down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Path_Arc_Left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Path_Arc_Right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Path_Arc_Up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Path_Bean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 prLst="">
                                      <p:cBhvr>
                                        <p:cTn id="14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 prLst="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9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8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grpId="8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 prLst="">
                                      <p:cBhvr>
                                        <p:cTn id="56" dur="500" tmFilter="0, 0; .2, .5; .8, .5; 1, 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1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mph" presetSubtype="0" fill="hold" grpId="1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>
                                        <p:cTn id="65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>
                                      <p:cBhvr>
                                        <p:cTn id="66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6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0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81" dur="800" decel="100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decel="100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decel="100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8" presetClass="entr" presetSubtype="0" accel="100000" fill="hold" grpId="1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01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4" presetClass="entr" presetSubtype="0" accel="100000" fill="hold" grpId="1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0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1" presetClass="entr" presetSubtype="0" fill="hold" grpId="16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8" dur="10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" presetClass="emph" presetSubtype="0" fill="hold" grpId="17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122" dur="2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8" presetClass="emph" presetSubtype="0" fill="hold" grpId="18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>
                                      <p:cBhvr>
                                        <p:cTn id="126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27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>
                                        <p:cTn id="129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0" presetClass="emph" presetSubtype="0" fill="hold" grpId="19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>
                                      <p:cBhvr>
                                        <p:cTn id="133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>
                                      <p:cBhvr>
                                        <p:cTn id="134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>
                                      <p:cBhvr>
                                        <p:cTn id="135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4" presetClass="entr" presetSubtype="0" fill="hold" grpId="2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4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4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mediacall" presetSubtype="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8" dur="1" fill="hold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mediacall" presetSubtype="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2" dur="0" fill="hold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mediacall" presetSubtype="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56" dur="1" fill="hold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path" presetSubtype="0" accel="50000" decel="5000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1 -0.04529 L 0.125 -0.16651 L 0.158 -0.04529 L 0.249 0 L 0.158 0.04529 L 0.125 0.16651 L 0.091 0.04529 L 0 0 Z" pathEditMode="relative" rAng="0" ptsTypes="">
                                      <p:cBhvr>
                                        <p:cTn id="160" dur="2000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" presetClass="path" presetSubtype="0" accel="50000" decel="5000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 0.12122 L 0.125 0.12122 L 0.048 0.19582 L 0.077 0.31704 L 0 0.24244 L -0.077 0.31704 L -0.048 0.19582 L -0.125 0.12122 L -0.029 0.12122 L 0 0 Z" pathEditMode="relative" rAng="0" ptsTypes="">
                                      <p:cBhvr>
                                        <p:cTn id="164" dur="2000" fill="hold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1" presetClass="path" presetSubtype="0" accel="50000" decel="5000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.08259 L 0.108 0.08259 L 0.072 0.16651 L 0.108 0.2491 L 0.036 0.2491 L 0 0.33302 L -0.036 0.2491 L -0.108 0.2491 L -0.072 0.16651 L -0.108 0.08259 L -0.036 0.08259 L 0 0 Z" pathEditMode="relative" rAng="0" ptsTypes="">
                                      <p:cBhvr>
                                        <p:cTn id="168" dur="2000" fill="hold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path" presetSubtype="0" accel="50000" decel="5000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 0 L 0.089 -0.04929 L 0.125 0 L 0.177 0 L 0.177 0.06927 L 0.213 0.11856 L 0.177 0.16651 L 0.177 0.23578 L 0.125 0.23578 L 0.089 0.28374 L 0.052 0.23578 L 0 0.23578 L 0 0.16651 L -0.037 0.11856 L 0 0.06927 L 0 0 Z" pathEditMode="relative" rAng="0" ptsTypes="">
                                      <p:cBhvr>
                                        <p:cTn id="172" dur="2000" fill="hold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7" presetClass="path" presetSubtype="0" accel="50000" decel="5000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5328 C 0.081 0.06527 0.102 0.07193 0.124 0.07193 C 0.149 0.07193 0.169 0.06527 0.183 0.05328 L 0.25 0 E" pathEditMode="relative" rAng="0" ptsTypes="">
                                      <p:cBhvr>
                                        <p:cTn id="176" dur="20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1" presetClass="path" presetSubtype="0" accel="50000" decel="5000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 0.08925 C -0.049 0.1079 -0.054 0.13587 -0.054 0.16518 C -0.054 0.19848 -0.049 0.22512 -0.04 0.24377 L 0 0.33302 E" pathEditMode="relative" rAng="0" ptsTypes="">
                                      <p:cBhvr>
                                        <p:cTn id="180" dur="2000" fill="hold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8" presetClass="path" presetSubtype="0" accel="50000" decel="5000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 0.08925 C 0.049 0.1079 0.054 0.13587 0.054 0.16518 C 0.054 0.19848 0.049 0.22512 0.04 0.24377 L 0 0.33302 E" pathEditMode="relative" rAng="0" ptsTypes="">
                                      <p:cBhvr>
                                        <p:cTn id="184" dur="2000" fill="hold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4" presetClass="path" presetSubtype="0" accel="50000" decel="5000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-0.05328 C 0.081 -0.06527 0.102 -0.07193 0.124 -0.07193 C 0.149 -0.07193 0.169 -0.06527 0.183 -0.05328 L 0.25 0 E" pathEditMode="relative" rAng="0" ptsTypes="">
                                      <p:cBhvr>
                                        <p:cTn id="188" dur="2000" fill="hold"/>
                                        <p:tgtEl>
                                          <p:spTgt spid="2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31" presetClass="path" presetSubtype="0" accel="50000" decel="5000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-0.004 0.012 -0.04529 0.037 -0.04263 C 0.075 -0.03863 0.09 -0.00932 0.125 -0.03863 C 0.147 -0.05595 0.173 -0.09991 0.192 -0.09858 C 0.235 -0.09724 0.244 -0.05195 0.244 -0.01066 C 0.245 0.04796 0.189 0.09724 0.121 0.10257 C 0.052 0.10657 -0.005 0.04396 0 0 Z" pathEditMode="relative" rAng="0" ptsTypes="">
                                      <p:cBhvr>
                                        <p:cTn id="192" dur="20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cust" animBg="1"/>
      <p:bldP spid="2" grpId="1" build="cust" animBg="1"/>
      <p:bldP spid="2" grpId="2" build="cust" animBg="1"/>
      <p:bldP spid="2" grpId="3" build="cust" animBg="1"/>
      <p:bldP spid="2" grpId="4" build="cust" animBg="1"/>
      <p:bldP spid="2" grpId="5" build="cust" animBg="1"/>
      <p:bldP spid="2" grpId="6" build="cust" animBg="1"/>
      <p:bldP spid="2" grpId="7" build="cust" animBg="1"/>
      <p:bldP spid="2" grpId="8" build="cust" animBg="1"/>
      <p:bldP spid="2" grpId="9" build="cust" animBg="1"/>
      <p:bldP spid="2" grpId="10" build="cust" animBg="1"/>
      <p:bldP spid="2" grpId="11" build="cust" animBg="1"/>
      <p:bldP spid="2" grpId="12" build="cust" animBg="1"/>
      <p:bldP spid="2" grpId="13" build="cust" animBg="1"/>
      <p:bldP spid="2" grpId="14" build="cust" animBg="1"/>
      <p:bldP spid="2" grpId="15" build="cust" animBg="1"/>
      <p:bldP spid="2" grpId="16" build="cust" animBg="1"/>
      <p:bldP spid="2" grpId="17" build="cust" animBg="1"/>
      <p:bldP spid="2" grpId="18" build="cust" animBg="1"/>
      <p:bldP spid="2" grpId="19" build="cust" animBg="1"/>
      <p:bldP spid="2" grpId="20" build="cust" animBg="1"/>
      <p:bldP spid="2" grpId="21" build="cust" animBg="1"/>
      <p:bldP spid="2" grpId="22" build="cust" animBg="1"/>
      <p:bldP spid="2" grpId="23" build="cust" animBg="1"/>
      <p:bldP spid="2" grpId="24" build="cust" animBg="1"/>
      <p:bldP spid="2" grpId="25" build="cust" animBg="1"/>
      <p:bldP spid="2" grpId="26" build="cust" animBg="1"/>
      <p:bldP spid="2" grpId="27" build="cust" animBg="1"/>
      <p:bldP spid="2" grpId="28" build="cust" animBg="1"/>
      <p:bldP spid="2" grpId="29" build="cust" animBg="1"/>
      <p:bldP spid="2" grpId="30" build="cust" animBg="1"/>
      <p:bldP spid="2" grpId="31" build="cust" animBg="1"/>
      <p:bldP spid="2" grpId="32" build="cust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0"/>
            <a:ext cx="9144000" cy="7029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Path_Bounce_Left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Path_Bounce_Right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Path_Buzzsaw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Path_Circle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Path_Crescent_Moon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Path_Curved_Square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Path_Curved_X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Path_Curvy_Left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Path_Curvy_Right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Path_Curvy_Star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Path_Decaying_Wave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Path_Diagonal_Down_Right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Path_Diagonal_Up_Right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Path_Diamond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Path_Down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Path_Equal_Triangle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Path_Figure_8_Four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Path_Football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Path_Funnel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Path_Heart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Path_Heartbeat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Path_Hexagon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Path_Horizontal_Figure_8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Path_Inverted_Square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Path_Inverted_Triangle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Path_Left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Path_Loopde_Loop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Path_Neutron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Path_Octagon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Path_Parallelogram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Path_Peanut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Path_Pentagon</a:t>
            </a:r>
          </a:p>
          <a:p>
            <a:pPr lvl="0"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Path_Plus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 -0.01066 -0.018 -0.02131 -0.023 -0.02131 c -0.031 0 -0.063 0.16651 -0.063 0.33302 c 0 -0.08392 -0.016 -0.16651 -0.031 -0.16651 c -0.016 0 -0.031 0.08392 -0.031 0.16651 c 0 -0.0413 -0.008 -0.08392 -0.016 -0.08392 c -0.008 0 -0.016 0.0413 -0.016 0.08392 c 0 -0.02131 -0.004 -0.0413 -0.008 -0.0413 c -0.004 0 -0.008 0.02131 -0.008 0.0413 c 0 -0.01066 -0.002 -0.02131 -0.004 -0.02131 c -0.001 0 -0.004 0.01066 -0.004 0.02131 c 0 -0.00533 -0.001 -0.01066 -0.002 -0.01066 c 0 -0.00133 -0.002 0.00533 -0.002 0.01066 c 0 -0.00266 0 -0.00533 -0.001 -0.00533 c 0 0.00133 -0.001 0.00266 -0.001 0.00533 c 0 -0.00133 0 -0.00266 0 -0.004 c -0.001 0 -0.001 0.00133 -0.001 0.00266 c -0.001 0 -0.001 -0.00133 -0.001 -0.00266 c -0.001 0 -0.001 0.00133 -0.001 0.00266 E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1066 0.018 -0.02131 0.023 -0.02131 c 0.031 0 0.063 0.16651 0.063 0.33302 c 0 -0.08392 0.016 -0.16651 0.031 -0.16651 c 0.016 0 0.031 0.08392 0.031 0.16651 c 0 -0.0413 0.008 -0.08392 0.016 -0.08392 c 0.008 0 0.016 0.0413 0.016 0.08392 c 0 -0.02131 0.004 -0.0413 0.008 -0.0413 c 0.004 0 0.008 0.02131 0.008 0.0413 c 0 -0.01066 0.002 -0.02131 0.004 -0.02131 c 0.001 0 0.004 0.01066 0.004 0.02131 c 0 -0.00533 0.001 -0.01066 0.002 -0.01066 c 0 0.00133 0.002 0.00533 0.002 0.01066 c 0 -0.00266 0 -0.00533 0.001 -0.00533 c 0 0.00133 0.001 0.00266 0.001 0.00533 c 0 -0.00133 0 -0.00266 0 -0.004 c 0.001 0 0.001 0.00133 0.001 0.00266 c 0.001 0 0.001 -0.00133 0.001 -0.00266 c 0.001 0 0.001 0.00133 0.001 0.00266 E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2 -0.02265 -0.033 -0.06128 -0.027 -0.09991 C -0.024 -0.11323 -0.02 -0.12655 -0.014 -0.13721 C -0.01 -0.10657 0.004 -0.07859 0.025 -0.06128 C 0.025 -0.09858 0.041 -0.13454 0.068 -0.15053 C 0.077 -0.15719 0.087 -0.15985 0.097 -0.16118 C 0.082 -0.13854 0.074 -0.10657 0.077 -0.07327 C 0.099 -0.09724 0.13 -0.10257 0.157 -0.08525 C 0.166 -0.07993 0.175 -0.0706 0.181 -0.06128 C 0.158 -0.06394 0.134 -0.05195 0.117 -0.02797 C 0.144 -0.01998 0.167 0.00799 0.174 0.04662 C 0.176 0.05994 0.176 0.07327 0.174 0.08659 C 0.161 0.06128 0.139 0.04396 0.115 0.0413 C 0.127 0.0746 0.124 0.11589 0.106 0.14653 C 0.099 0.15719 0.091 0.16651 0.082 0.17184 C 0.089 0.14253 0.085 0.10923 0.072 0.08259 C 0.06 0.11589 0.034 0.13854 0.004 0.13854 C -0.007 0.13854 -0.017 0.13587 -0.026 0.13055 C -0.004 0.11989 0.013 0.09458 0.021 0.06394 C -0.007 0.07193 -0.036 0.05994 -0.055 0.02931 C -0.062 0.01732 -0.066 0.00533 -0.069 -0.00799 C -0.049 0.00932 -0.023 0.01199 0 0 Z" pathEditMode="relative" rAng="0" ptsTypes="">
                                      <p:cBhvr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746 0.125 0.16651 C 0.125 0.25843 0.069 0.33302 0 0.33302 C -0.069 0.33302 -0.125 0.25843 -0.125 0.16651 C -0.125 0.0746 -0.069 0 0 0 Z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4 -0.00666 -0.029 -0.01199 -0.044 -0.01199 C -0.114 -0.01199 -0.169 0.06394 -0.169 0.15586 C -0.169 0.24644 -0.114 0.32104 -0.044 0.32104 C -0.029 0.32104 -0.014 0.31704 0 0.31038 C -0.047 0.2864 -0.08 0.22646 -0.08 0.15586 C -0.08 0.08392 -0.047 0.02398 0 0 Z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4263 0.026 -0.07726 0.058 -0.07726 L 0.192 -0.07726 C 0.224 -0.07726 0.25 -0.04263 0.25 0 L 0.25 0.17584 C 0.25 0.21846 0.224 0.25443 0.192 0.25443 L 0.058 0.25443 C 0.026 0.25443 0 0.21846 0 0.17584 Z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6 0.00799 0.011 0.01465 0.015 0.02265 C 0.02 0.01465 0.024 0.00799 0.03 0 C 0.065 -0.04662 0.107 -0.0666 0.124 -0.04529 C 0.14 -0.02265 0.125 0.0333 0.09 0.07993 C 0.084 0.08659 0.079 0.09325 0.073 0.09991 C 0.079 0.10524 0.084 0.1119 0.09 0.11989 C 0.125 0.16651 0.14 0.22246 0.124 0.24377 C 0.107 0.26642 0.065 0.24644 0.03 0.19981 C 0.024 0.19182 0.02 0.18516 0.015 0.17717 C 0.011 0.18516 0.006 0.19182 0 0.19981 C -0.035 0.24644 -0.077 0.26642 -0.094 0.24377 C -0.11 0.22246 -0.095 0.16651 -0.06 0.11989 C -0.054 0.1119 -0.049 0.10524 -0.043 0.09991 C -0.049 0.09325 -0.054 0.08659 -0.06 0.07993 C -0.095 0.0333 -0.11 -0.02265 -0.094 -0.04529 C -0.077 -0.0666 -0.035 -0.04662 0 0 Z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8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 0.01066 0.017 0.02131 0.021 0.03463 C 0.025 0.04929 0.027 0.0666 0.029 0.08392 C 0.031 0.10124 0.029 0.11589 0.027 0.13188 C 0.025 0.14653 0.022 0.16252 0.015 0.17584 C 0.009 0.18916 -0.001 0.19981 -0.012 0.20781 C -0.022 0.2158 -0.034 0.22113 -0.046 0.22379 C -0.058 0.22646 -0.07 0.22646 -0.081 0.22379 C -0.093 0.22113 -0.104 0.21447 -0.113 0.20381 C -0.122 0.19449 -0.13 0.1825 -0.134 0.16784 C -0.139 0.15452 -0.141 0.13587 -0.141 0.12122 C -0.142 0.10657 -0.141 0.08925 -0.136 0.0746 C -0.131 0.06128 -0.122 0.05062 -0.11 0.04529 C -0.098 0.0413 -0.086 0.04662 -0.078 0.05595 C -0.071 0.06527 -0.066 0.07993 -0.065 0.09724 C -0.065 0.11456 -0.066 0.13055 -0.071 0.14387 C -0.076 0.15719 -0.075 0.15985 -0.095 0.17717 C -0.113 0.19582 -0.131 0.19049 -0.142 0.19182 C -0.153 0.19182 -0.162 0.18649 -0.173 0.18117 C -0.185 0.17451 -0.195 0.16252 -0.202 0.15186 C -0.209 0.1412 -0.212 0.12788 -0.216 0.10657 C -0.219 0.08525 -0.219 0.0746 -0.219 0.05861 C -0.219 0.04263 -0.219 0.02664 -0.219 0.01066 E" pathEditMode="relative" rAng="0" ptsTypes="">
                                      <p:cBhvr>
                                        <p:cTn id="34" dur="2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1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 0.01066 -0.017 0.02131 -0.021 0.03463 C -0.025 0.04929 -0.027 0.0666 -0.029 0.08392 C -0.031 0.10124 -0.029 0.11589 -0.027 0.13188 C -0.025 0.14653 -0.022 0.16252 -0.015 0.17584 C -0.009 0.18916 0.001 0.19981 0.012 0.20781 C 0.022 0.2158 0.034 0.22113 0.046 0.22379 C 0.058 0.22646 0.07 0.22646 0.081 0.22379 C 0.093 0.22113 0.104 0.21447 0.113 0.20381 C 0.122 0.19449 0.13 0.1825 0.134 0.16784 C 0.139 0.15452 0.141 0.13587 0.141 0.12122 C 0.142 0.10657 0.141 0.08925 0.136 0.0746 C 0.131 0.06128 0.122 0.05062 0.11 0.04529 C 0.098 0.0413 0.086 0.04662 0.078 0.05595 C 0.071 0.06527 0.066 0.07993 0.065 0.09724 C 0.065 0.11456 0.066 0.13055 0.071 0.14387 C 0.076 0.15719 0.075 0.15985 0.095 0.17717 C 0.113 0.19582 0.131 0.19049 0.142 0.19182 C 0.153 0.19182 0.162 0.18649 0.173 0.18117 C 0.185 0.17451 0.195 0.16252 0.202 0.15186 C 0.209 0.1412 0.212 0.12788 0.216 0.10657 C 0.219 0.08525 0.219 0.0746 0.219 0.05861 C 0.219 0.04263 0.219 0.02664 0.219 0.01066 E" pathEditMode="relative" rAng="0" ptsTypes="">
                                      <p:cBhvr>
                                        <p:cTn id="38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2 0.07726 0.1 0.20248 0.077 0.31704 C -0.015 0.31038 -0.093 0.23045 -0.125 0.12122 C -0.047 0.05328 0.051 0.05728 0.125 0.12122 C 0.092 0.23711 0.011 0.31038 -0.077 0.31704 C -0.101 0.19715 -0.068 0.0746 0 0 Z" pathEditMode="relative" rAng="0" ptsTypes="">
                                      <p:cBhvr>
                                        <p:cTn id="42" dur="2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0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0.0706 0.007 0.16918 0.025 0.16784 C 0.051 0.16784 0.053 -0.16252 0.084 -0.16385 C 0.112 -0.16385 0.097 0.12522 0.124 0.12389 C 0.152 0.12389 0.137 -0.08525 0.167 -0.08525 C 0.194 -0.08525 0.179 0.05595 0.203 0.05595 C 0.226 0.05595 0.214 -0.05195 0.235 -0.05195 C 0.247 -0.05195 0.248 -0.02265 0.249 0 E" pathEditMode="relative" rAng="0" ptsTypes="">
                                      <p:cBhvr>
                                        <p:cTn id="46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9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.33302 E" pathEditMode="relative" rAng="0" ptsTypes="">
                                      <p:cBhvr>
                                        <p:cTn id="50" dur="2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6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-0.33302 E" pathEditMode="relative" rAng="0" ptsTypes="">
                                      <p:cBhvr>
                                        <p:cTn id="54" dur="2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-0.1119 L 0.25 0 L 0.125 0.1119 L 0 0 Z" pathEditMode="relative" rAng="0" ptsTypes="">
                                      <p:cBhvr>
                                        <p:cTn id="58" dur="2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33302 E" pathEditMode="relative" rAng="0" ptsTypes="">
                                      <p:cBhvr>
                                        <p:cTn id="62" dur="2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3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28773 L -0.125 0.28773 L 0 0 Z" pathEditMode="relative" rAng="0" ptsTypes="">
                                      <p:cBhvr>
                                        <p:cTn id="66" dur="2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8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 0 0.031 0.01865 0.031 0.0413 C 0.031 0.06527 0.017 0.08392 0 0.08392 C -0.017 0.08392 -0.031 0.10257 -0.031 0.12522 C -0.031 0.14786 -0.017 0.16651 0 0.16651 C 0.017 0.16651 0.031 0.18516 0.031 0.20781 C 0.031 0.23045 0.017 0.2491 0 0.2491 C -0.017 0.2491 -0.031 0.26775 -0.031 0.29173 C -0.031 0.31438 -0.017 0.33302 0 0.33302 C 0.017 0.33302 0.031 0.31438 0.031 0.29173 C 0.031 0.26775 0.017 0.2491 0 0.2491 C -0.017 0.2491 -0.031 0.23045 -0.031 0.20781 C -0.031 0.18516 -0.017 0.16651 0 0.16651 C 0.017 0.16651 0.031 0.14786 0.031 0.12522 C 0.031 0.10257 0.017 0.08392 0 0.08392 C -0.017 0.08392 -0.031 0.06527 -0.031 0.0413 C -0.031 0.01865 -0.017 0 0 0 Z" pathEditMode="relative" rAng="0" ptsTypes="">
                                      <p:cBhvr>
                                        <p:cTn id="70" dur="2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 -0.05062 0.075 -0.08259 0.125 -0.08259 C 0.175 -0.08259 0.22 -0.05062 0.25 0 C 0.22 0.05062 0.175 0.08259 0.125 0.08259 C 0.075 0.08259 0.03 0.05062 0 0 Z" pathEditMode="relative" rAng="0" ptsTypes="">
                                      <p:cBhvr>
                                        <p:cTn id="74" dur="2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2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1 0.0333 0.06 0.06261 0.137 0.06394 C 0.198 0.0666 0.248 0.05062 0.249 0.03064 C 0.249 0.01066 0.2 -0.00799 0.138 -0.00932 C 0.107 -0.00932 0.079 -0.00666 0.059 0 C 0.03 0.00932 0.013 0.02398 0.013 0.0413 C 0.013 0.05062 0.018 0.05994 0.027 0.06794 C 0.048 0.08525 0.089 0.09724 0.136 0.09858 C 0.191 0.10124 0.236 0.08659 0.236 0.06927 C 0.237 0.05062 0.192 0.03463 0.137 0.03197 C 0.109 0.03197 0.084 0.03463 0.065 0.03996 C 0.04 0.04929 0.024 0.06394 0.024 0.07859 C 0.024 0.08659 0.029 0.09458 0.037 0.10257 C 0.056 0.11722 0.092 0.12921 0.135 0.13055 C 0.185 0.13188 0.225 0.11856 0.225 0.10257 C 0.226 0.08659 0.186 0.07193 0.136 0.0706 C 0.111 0.06927 0.088 0.07193 0.071 0.07726 C 0.048 0.08525 0.035 0.09724 0.035 0.1119 C 0.035 0.11856 0.039 0.12655 0.046 0.13321 C 0.063 0.14653 0.096 0.15719 0.134 0.15852 C 0.179 0.15852 0.215 0.14786 0.215 0.13321 C 0.215 0.11856 0.18 0.10524 0.135 0.1039 C 0.113 0.1039 0.092 0.10657 0.077 0.11056 C 0.056 0.11722 0.044 0.12921 0.043 0.1412 C 0.043 0.14786 0.048 0.15452 0.054 0.15985 C 0.069 0.17317 0.099 0.1825 0.133 0.1825 C 0.173 0.18383 0.206 0.17451 0.206 0.16118 C 0.207 0.14786 0.174 0.13587 0.134 0.13454 C 0.114 0.13454 0.095 0.13587 0.082 0.1412 C 0.063 0.14653 0.052 0.15719 0.052 0.16784 C 0.052 0.17451 0.055 0.17983 0.061 0.18516 C 0.075 0.19715 0.101 0.20514 0.132 0.20648 C 0.169 0.20648 0.198 0.19848 0.198 0.18649 C 0.199 0.17451 0.17 0.16385 0.133 0.16252 C 0.115 0.16252 0.099 0.16385 0.087 0.16784 C 0.07 0.17317 0.06 0.1825 0.06 0.19315 C 0.06 0.19848 0.063 0.20248 0.068 0.20781 C 0.08 0.21846 0.104 0.22512 0.132 0.22646 C 0.165 0.22779 0.191 0.2198 0.191 0.20781 C 0.191 0.19848 0.166 0.18783 0.133 0.18783 C 0.116 0.18649 0.101 0.18916 0.09 0.19182 C 0.075 0.19715 0.066 0.20514 0.066 0.21447 C 0.066 0.2198 0.069 0.22379 0.074 0.22779 C 0.085 0.23711 0.107 0.24377 0.131 0.24511 C 0.161 0.24644 0.185 0.23845 0.185 0.22912 C 0.185 0.21846 0.161 0.21047 0.132 0.20914 C 0.118 0.20914 0.104 0.21047 0.094 0.21447 C 0.08 0.21846 0.072 0.22512 0.072 0.23445 C 0.072 0.23845 0.075 0.24244 0.079 0.24644 C 0.089 0.25443 0.108 0.26109 0.131 0.26109 C 0.157 0.26242 0.179 0.25576 0.179 0.24644 C 0.179 0.23845 0.158 0.23045 0.131 0.23045 C 0.119 0.22912 0.106 0.23045 0.097 0.23312 C 0.085 0.23845 0.078 0.24511 0.078 0.25177 C 0.078 0.25576 0.08 0.25976 0.084 0.26242 C 0.093 0.27042 0.11 0.27574 0.131 0.27708 C 0.155 0.27708 0.174 0.27042 0.174 0.26376 C 0.174 0.25576 0.155 0.24777 0.131 0.24777 C 0.119 0.24777 0.108 0.2491 0.101 0.25177 C 0.089 0.25443 0.083 0.26109 0.083 0.26775 C 0.083 0.27042 0.085 0.27441 0.088 0.27708 C 0.096 0.28507 0.112 0.28907 0.13 0.2904 C 0.152 0.2904 0.169 0.28507 0.169 0.27841 C 0.169 0.27042 0.152 0.26509 0.131 0.26376 C 0.12 0.26376 0.11 0.26509 0.103 0.26775 C 0.093 0.27042 0.087 0.27574 0.087 0.28241 C 0.087 0.28507 0.089 0.28773 0.092 0.2904 E" pathEditMode="relative" rAng="0" ptsTypes="">
                                      <p:cBhvr>
                                        <p:cTn id="78" dur="20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path" presetSubtype="0" accel="50000" decel="5000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2 -0.02398 0.033 -0.05861 0.058 -0.05861 C 0.095 -0.05861 0.125 -0.02265 0.125 0.02265 C 0.125 0.0373 0.122 0.05062 0.116 0.06261 C 0.117 0.06261 0 0.24244 0 0.24377 C 0 0.24244 -0.117 0.06261 -0.116 0.06261 C -0.122 0.05062 -0.125 0.0373 -0.125 0.02265 C -0.125 -0.02265 -0.095 -0.05861 -0.057 -0.05861 C -0.033 -0.05861 -0.012 -0.02398 0 0 Z" pathEditMode="relative" rAng="0" ptsTypes="">
                                      <p:cBhvr>
                                        <p:cTn id="82" dur="2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5" presetClass="path" presetSubtype="0" accel="50000" decel="5000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 0 C 0.025 0 0.034 -0.01865 0.042 -0.02131 C 0.048 -0.02131 0.059 -0.004 0.064 -0.004 C 0.071 -0.004 0.078 -0.00932 0.091 -0.00932 L 0.1 -0.2158 L 0.11 0.0333 L 0.122 0 L 0.132 -0.00932 L 0.156 -0.00133 C 0.167 -0.00533 0.176 -0.02265 0.187 -0.02931 C 0.191 -0.03064 0.2 -0.03197 0.206 -0.02931 C 0.212 -0.02664 0.217 -0.00799 0.219 -0.00666 C 0.222 -0.00133 0.229 -0.00666 0.233 -0.004 L 0.239 0 L 0.25 0 E" pathEditMode="relative" rAng="0" ptsTypes="">
                                      <p:cBhvr>
                                        <p:cTn id="86" dur="2000" fill="hold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path" presetSubtype="0" accel="50000" decel="5000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L 0.188 0.1452 L 0.125 0.28907 L 0 0.28907 L -0.063 0.1452 L 0 0 Z" pathEditMode="relative" rAng="0" ptsTypes="">
                                      <p:cBhvr>
                                        <p:cTn id="90" dur="2000" fill="hold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path" presetSubtype="0" accel="50000" decel="5000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4396 0.027 0.07993 0.06 0.07993 C 0.099 0.07993 0.113 0.03996 0.119 0.01599 L 0.125 -0.01599 C 0.131 -0.03996 0.146 -0.07993 0.19 -0.07993 C 0.218 -0.07993 0.25 -0.04396 0.25 0 C 0.25 0.04396 0.218 0.07993 0.19 0.07993 C 0.146 0.07993 0.131 0.03996 0.125 0.01599 L 0.119 -0.01599 C 0.113 -0.03996 0.099 -0.07993 0.06 -0.07993 C 0.027 -0.07993 0 -0.04396 0 0 Z" pathEditMode="relative" rAng="0" ptsTypes="">
                                      <p:cBhvr>
                                        <p:cTn id="94" dur="2000" fill="hold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4" presetClass="path" presetSubtype="0" accel="50000" decel="5000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0533 0.01 -0.008 0.015 -0.008 C 0.022 -0.008 0.029 -0.004 0.033 0.00267 C 0.05 0.02933 0.063 0.088 0.063 0.15733 C 0.063 0.15733 0.063 0.15867 0.063 0.15867 C 0.063 0.15867 0.063 0.16 0.063 0.16 C 0.063 0.22933 0.05 0.28933 0.033 0.316 C 0.029 0.32133 0.022 0.32533 0.015 0.32533 C 0.01 0.32533 0.004 0.32267 0 0.31733 C -0.004 0.312 -0.006 0.30533 -0.006 0.29733 C -0.006 0.288 -0.003 0.28 0.002 0.27467 C 0.022 0.25067 0.066 0.23333 0.118 0.23333 C 0.118 0.23333 0.119 0.23333 0.119 0.23333 C 0.119 0.23333 0.12 0.23333 0.12 0.23333 C 0.172 0.23333 0.217 0.25067 0.237 0.27467 C 0.241 0.28 0.244 0.288 0.244 0.29733 C 0.244 0.30533 0.242 0.312 0.238 0.31733 C 0.234 0.32267 0.229 0.32533 0.223 0.32533 C 0.216 0.32533 0.21 0.32133 0.206 0.316 C 0.188 0.28933 0.175 0.22933 0.175 0.16 C 0.175 0.16 0.175 0.15867 0.175 0.15867 C 0.175 0.15867 0.175 0.15733 0.175 0.15733 C 0.175 0.088 0.188 0.02933 0.206 0.00133 C 0.21 -0.004 0.216 -0.008 0.223 -0.008 C 0.229 -0.008 0.234 -0.00533 0.238 0 C 0.242 0.00533 0.244 0.01333 0.244 0.02 C 0.244 0.02933 0.241 0.03733 0.237 0.044 C 0.217 0.06667 0.172 0.084 0.12 0.084 C 0.12 0.084 0.12 0.084 0.119 0.084 C 0.119 0.084 0.118 0.084 0.118 0.084 C 0.066 0.084 0.022 0.06667 0.002 0.044 C -0.003 0.03733 -0.006 0.02933 -0.006 0.02 C -0.006 0.01333 -0.004 0.00533 0 0 Z" pathEditMode="relative" rAng="0" ptsTypes="">
                                      <p:cBhvr>
                                        <p:cTn id="98" dur="2000" fill="hold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3" presetClass="path" presetSubtype="0" accel="50000" decel="5000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5 0.03197 0.037 0.06527 0.055 0.07859 C 0.082 0.09991 0.108 0.1079 0.113 0.09724 C 0.117 0.08659 0.099 0.05994 0.072 0.03863 C 0.054 0.02531 0.021 0.01599 -0.008 0.01465 C -0.036 0.01599 -0.07 0.02531 -0.088 0.03863 C -0.115 0.05994 -0.133 0.08659 -0.128 0.09724 C -0.123 0.1079 -0.097 0.09991 -0.071 0.07859 C -0.053 0.06527 -0.03 0.03197 -0.016 0 C -0.001 -0.0333 0.009 -0.07726 0.009 -0.10524 C 0.009 -0.14786 0.002 -0.18117 -0.008 -0.18117 C -0.017 -0.18117 -0.025 -0.14786 -0.025 -0.10524 C -0.025 -0.07726 -0.014 -0.0333 0 0 Z" pathEditMode="relative" rAng="0" ptsTypes="">
                                      <p:cBhvr>
                                        <p:cTn id="102" dur="2000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5" presetClass="path" presetSubtype="0" accel="50000" decel="5000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rAng="0" ptsTypes="">
                                      <p:cBhvr>
                                        <p:cTn id="106" dur="2000" fill="hold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4" presetClass="path" presetSubtype="0" accel="50000" decel="5000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3 0.00133 0.042 0.01199 0.052 0.02797 L 0.075 0.06527 C 0.08 0.07327 0.088 0.07726 0.098 0.07726 C 0.112 0.07726 0.124 0.0666 0.125 0.05062 C 0.124 0.0373 0.112 0.02531 0.098 0.02531 C 0.088 0.02531 0.08 0.03064 0.075 0.0373 L 0.052 0.0746 C 0.042 0.09058 0.023 0.10124 0 0.10257 C -0.023 0.10124 -0.042 0.09058 -0.052 0.0746 L -0.075 0.0373 C -0.08 0.03064 -0.088 0.02531 -0.098 0.02531 C -0.112 0.02531 -0.124 0.0373 -0.125 0.05062 C -0.124 0.0666 -0.112 0.07726 -0.098 0.07726 C -0.088 0.07726 -0.08 0.07327 -0.075 0.06527 L -0.052 0.02797 C -0.042 0.01199 -0.023 0.00133 0 0 Z" pathEditMode="relative" rAng="0" ptsTypes="">
                                      <p:cBhvr>
                                        <p:cTn id="110" dur="2000" fill="hold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9" presetClass="path" presetSubtype="0" accel="50000" decel="5000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 -0.01332 0.014 -0.02797 0.021 -0.04662 C 0.04 -0.09991 0.045 -0.15186 0.031 -0.15985 C 0.017 -0.16918 -0.01 -0.13188 -0.029 -0.07859 C -0.039 -0.05062 -0.045 -0.02398 -0.047 -0.004 C -0.05 0.01199 -0.051 0.02797 -0.051 0.04662 C -0.051 0.10657 -0.038 0.15586 -0.023 0.15586 C -0.008 0.15586 0.005 0.10657 0.005 0.04662 C 0.005 0.01865 0.002 -0.00799 -0.003 -0.02664 C -0.005 -0.04263 -0.01 -0.05994 -0.016 -0.07726 C -0.036 -0.13188 -0.063 -0.16918 -0.077 -0.15985 C -0.091 -0.15053 -0.086 -0.09991 -0.066 -0.04529 C -0.058 -0.01998 -0.047 0.00133 -0.036 0.01599 C -0.028 0.02931 -0.019 0.0413 -0.007 0.05328 C 0.029 0.09191 0.065 0.10923 0.075 0.09325 C 0.084 0.07726 0.064 0.0333 0.028 -0.004 C 0.013 -0.01998 -0.003 -0.03197 -0.016 -0.03996 C -0.028 -0.04796 -0.043 -0.05462 -0.059 -0.05861 C -0.103 -0.07193 -0.141 -0.06794 -0.144 -0.04662 C -0.148 -0.02664 -0.115 0 -0.071 0.01332 C -0.051 0.01865 -0.032 0.02131 -0.017 0.01998 C -0.004 0.01998 0.01 0.01732 0.025 0.01332 C 0.069 0 0.102 -0.02797 0.098 -0.04796 C 0.095 -0.06794 0.057 -0.07327 0.013 -0.05994 C -0.008 -0.05328 -0.027 -0.04396 -0.04 -0.0333 C -0.051 -0.02531 -0.062 -0.01599 -0.074 -0.004 C -0.109 0.03463 -0.13 0.07726 -0.12 0.09325 C -0.111 0.10923 -0.074 0.09191 -0.039 0.05462 C -0.022 0.03597 -0.008 0.01732 0 0 Z" pathEditMode="relative" rAng="0" ptsTypes="">
                                      <p:cBhvr>
                                        <p:cTn id="114" dur="2000" fill="hold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path" presetSubtype="0" accel="50000" decel="5000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 -0.09724 L 0.177 -0.09724 L 0.25 0 L 0.25 0.13854 L 0.177 0.23578 L 0.073 0.23578 L 0 0.13854 L 0 0 Z" pathEditMode="relative" rAng="0" ptsTypes="">
                                      <p:cBhvr>
                                        <p:cTn id="118" dur="20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4" presetClass="path" presetSubtype="0" accel="50000" decel="5000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8 0 L 0.25 0.16118 L 0.072 0.16118 L 0 0 Z" pathEditMode="relative" rAng="0" ptsTypes="">
                                      <p:cBhvr>
                                        <p:cTn id="122" dur="2000" fill="hold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7" presetClass="path" presetSubtype="0" accel="50000" decel="5000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8 0 0.069 0.0413 0.069 0.09191 C 0.069 0.12522 0.056 0.15452 0.037 0.17184 C 0.037 0.17184 0.036 0.17184 0.036 0.17184 C 0.029 0.1785 0.025 0.18916 0.025 0.20115 C 0.025 0.2118 0.029 0.22113 0.034 0.22779 C 0.042 0.23845 0.047 0.25443 0.047 0.27042 C 0.047 0.30505 0.026 0.33302 0 0.33302 C -0.026 0.33302 -0.047 0.30505 -0.047 0.27042 C -0.047 0.25443 -0.042 0.23845 -0.034 0.22779 C -0.029 0.22113 -0.026 0.2118 -0.026 0.20115 C -0.026 0.18916 -0.03 0.1785 -0.036 0.17184 C -0.036 0.17184 -0.037 0.17184 -0.037 0.17184 C -0.057 0.15452 -0.07 0.12522 -0.07 0.09191 C -0.07 0.0413 -0.039 0 0 0 C 0 0 0 0 0 0 Z" pathEditMode="relative" rAng="0" ptsTypes="">
                                      <p:cBhvr>
                                        <p:cTn id="126" dur="2000" fill="hold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5" presetClass="path" presetSubtype="0" accel="50000" decel="5000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12122 L 0.077 0.31704 L -0.077 0.31704 L -0.125 0.12122 L 0 0 Z" pathEditMode="relative" rAng="0" ptsTypes="">
                                      <p:cBhvr>
                                        <p:cTn id="130" dur="2000" fill="hold"/>
                                        <p:tgtEl>
                                          <p:spTgt spid="2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2" presetClass="path" presetSubtype="0" accel="50000" decel="5000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8 -0.15719 0.132 -0.15719 0.011 0 C 0.132 -0.15719 0.132 0.17584 0.011 0.01465 C 0.132 0.17584 -0.118 0.17584 0 0.01465 C -0.118 0.17584 -0.118 -0.15719 0 0 Z" pathEditMode="relative" rAng="0" ptsTypes="">
                                      <p:cBhvr>
                                        <p:cTn id="134" dur="20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cust" animBg="1"/>
      <p:bldP spid="2" grpId="1" build="cust" animBg="1"/>
      <p:bldP spid="2" grpId="2" build="cust" animBg="1"/>
      <p:bldP spid="2" grpId="3" build="cust" animBg="1"/>
      <p:bldP spid="2" grpId="4" build="cust" animBg="1"/>
      <p:bldP spid="2" grpId="5" build="cust" animBg="1"/>
      <p:bldP spid="2" grpId="6" build="cust" animBg="1"/>
      <p:bldP spid="2" grpId="7" build="cust" animBg="1"/>
      <p:bldP spid="2" grpId="8" build="cust" animBg="1"/>
      <p:bldP spid="2" grpId="9" build="cust" animBg="1"/>
      <p:bldP spid="2" grpId="10" build="cust" animBg="1"/>
      <p:bldP spid="2" grpId="11" build="cust" animBg="1"/>
      <p:bldP spid="2" grpId="12" build="cust" animBg="1"/>
      <p:bldP spid="2" grpId="13" build="cust" animBg="1"/>
      <p:bldP spid="2" grpId="14" build="cust" animBg="1"/>
      <p:bldP spid="2" grpId="15" build="cust" animBg="1"/>
      <p:bldP spid="2" grpId="16" build="cust" animBg="1"/>
      <p:bldP spid="2" grpId="17" build="cust" animBg="1"/>
      <p:bldP spid="2" grpId="18" build="cust" animBg="1"/>
      <p:bldP spid="2" grpId="19" build="cust" animBg="1"/>
      <p:bldP spid="2" grpId="20" build="cust" animBg="1"/>
      <p:bldP spid="2" grpId="21" build="cust" animBg="1"/>
      <p:bldP spid="2" grpId="22" build="cust" animBg="1"/>
      <p:bldP spid="2" grpId="23" build="cust" animBg="1"/>
      <p:bldP spid="2" grpId="24" build="cust" animBg="1"/>
      <p:bldP spid="2" grpId="25" build="cust" animBg="1"/>
      <p:bldP spid="2" grpId="26" build="cust" animBg="1"/>
      <p:bldP spid="2" grpId="27" build="cust" animBg="1"/>
      <p:bldP spid="2" grpId="28" build="cust" animBg="1"/>
      <p:bldP spid="2" grpId="29" build="cust" animBg="1"/>
      <p:bldP spid="2" grpId="30" build="cust" animBg="1"/>
      <p:bldP spid="2" grpId="31" build="cust" animBg="1"/>
      <p:bldP spid="2" grpId="32" build="cust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Path_Pointy_Star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Path_Right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Path_Right_Triangle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Path_S_Curve_1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Path_S_Curve_2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Path_Sine_Wave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Path_Spiral_Left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Path_Spiral_Right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Path_Spring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Path_Square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Path_Stairs_Down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Path_Swoosh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Path_Teardrop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Path_Trapezoid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Path_Turn_Down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Path_Turn_Right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Path_Turn_Up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Path_Turn_Up_Right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Path_Up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Path_User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Path_Vertical_Figure_8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Path_Wave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Path_Zigzag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Peek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Pinwheel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Plus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Random_Bars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Random_Effects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Rise_Up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Shimmer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Sling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Spin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Spinner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4 -0.0746 0.124 -0.16651 C 0.124 -0.0746 0.179 -0.00133 0.248 -0.00133 C 0.179 -0.00133 0.125 0.0746 0.125 0.16651 C 0.125 0.0746 0.069 0 0 0 Z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9582 L 0.25 0 L 0 0 Z" pathEditMode="relative" rAng="0" ptsTypes="">
                                      <p:cBhvr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9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4662 0.028 -0.08259 0.062 -0.08259 C 0.097 -0.08259 0.125 -0.04662 0.125 0 C 0.125 0.04662 0.153 0.08259 0.188 0.08259 C 0.222 0.08259 0.25 0.04662 0.25 0 E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9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4662 0.028 0.08259 0.062 0.08259 C 0.097 0.08259 0.125 0.04662 0.125 0 C 0.125 -0.04662 0.153 -0.08259 0.188 -0.08259 C 0.222 -0.08259 0.25 -0.04662 0.25 0 E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2531 0.007 -0.04929 0.015 -0.04929 C 0.024 -0.04929 0.027 -0.02531 0.03 0 C 0.034 0.02797 0.037 0.05595 0.047 0.05595 C 0.056 0.05595 0.059 0.02797 0.063 0 C 0.065 -0.02531 0.069 -0.04929 0.078 -0.04929 C 0.086 -0.04929 0.09 -0.02531 0.093 0 C 0.096 0.02797 0.1 0.05595 0.109 0.05595 C 0.118 0.05595 0.125 0 0.125 0 C 0.128 -0.02531 0.131 -0.04929 0.14 -0.04929 C 0.149 -0.04929 0.152 -0.02531 0.155 0 C 0.159 0.02797 0.162 0.05595 0.172 0.05595 C 0.181 0.05595 0.184 0.02797 0.187 0 C 0.191 -0.02531 0.194 -0.04929 0.203 -0.04929 C 0.211 -0.04929 0.215 -0.02531 0.218 0 C 0.221 0.02797 0.225 0.05595 0.234 0.05595 C 0.243 0.05595 0.246 0.02797 0.25 0 E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8925 -0.046 -0.16651 -0.113 -0.17184 C -0.177 -0.1785 -0.237 -0.11856 -0.241 -0.03197 C -0.246 0.04796 -0.204 0.12255 -0.144 0.12788 C -0.089 0.13188 -0.037 0.08259 -0.033 0.00799 C -0.029 -0.05994 -0.064 -0.12389 -0.115 -0.12921 C -0.162 -0.13321 -0.206 -0.09191 -0.209 -0.02931 C -0.212 0.02664 -0.184 0.08126 -0.142 0.08392 C -0.104 0.08792 -0.068 0.05595 -0.065 0.00533 C -0.063 -0.03996 -0.084 -0.08392 -0.117 -0.08659 C -0.146 -0.08925 -0.175 -0.06527 -0.177 -0.02664 C -0.179 0.00666 -0.164 0.03863 -0.14 0.0413 C -0.12 0.04396 -0.099 0.02931 -0.098 0.00266 C -0.096 -0.01865 -0.104 -0.0413 -0.119 -0.04396 C -0.131 -0.04396 -0.143 -0.03863 -0.145 -0.02398 C -0.146 -0.01465 -0.144 -0.00533 -0.138 -0.00133 C -0.135 0 -0.133 0 -0.13 -0.00133 E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6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 -0.08925 0.046 -0.16651 0.113 -0.17184 C 0.177 -0.1785 0.237 -0.11856 0.241 -0.03197 C 0.246 0.04796 0.204 0.12255 0.144 0.12788 C 0.089 0.13188 0.037 0.08259 0.033 0.00799 C 0.029 -0.05994 0.064 -0.12389 0.115 -0.12921 C 0.162 -0.13321 0.206 -0.09191 0.209 -0.02931 C 0.212 0.02664 0.184 0.08126 0.142 0.08392 C 0.104 0.08792 0.068 0.05595 0.065 0.00533 C 0.063 -0.03996 0.084 -0.08392 0.117 -0.08659 C 0.146 -0.08925 0.175 -0.06527 0.177 -0.02664 C 0.179 0.00666 0.164 0.03863 0.14 0.0413 C 0.12 0.04396 0.099 0.02931 0.098 0.00266 C 0.096 -0.01865 0.104 -0.0413 0.119 -0.04396 C 0.131 -0.04396 0.143 -0.03863 0.145 -0.02398 C 0.146 -0.01465 0.144 -0.00533 0.138 -0.00133 C 0.135 0 0.133 0 0.13 -0.00133 E" pathEditMode="relative" rAng="0" ptsTypes="">
                                      <p:cBhvr>
                                        <p:cTn id="34" dur="2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6 0.00799 -0.115 0.02797 -0.115 0.04396 C -0.115 0.05861 -0.067 0.06927 -0.003 0.06927 C 0.061 0.06927 0.115 0.05861 0.115 0.04396 C 0.115 0.02797 0.059 0.02398 -0.005 0.03463 C -0.068 0.04662 -0.115 0.0666 -0.115 0.08126 C -0.115 0.09591 -0.066 0.1079 -0.003 0.1079 C 0.061 0.1079 0.115 0.09591 0.115 0.08126 C 0.115 0.0666 0.059 0.06261 -0.004 0.07327 C -0.068 0.08392 -0.115 0.1039 -0.115 0.11856 C -0.115 0.13454 -0.066 0.14653 -0.002 0.14653 C 0.061 0.14653 0.115 0.13454 0.115 0.11856 C 0.115 0.10524 0.059 0.10124 -0.004 0.11056 C -0.067 0.12122 -0.115 0.14253 -0.115 0.15719 C -0.115 0.17184 -0.065 0.18383 -0.002 0.18383 C 0.063 0.18383 0.115 0.17184 0.115 0.15719 C 0.115 0.14253 0.06 0.13854 -0.003 0.1492 C -0.066 0.15985 -0.115 0.17983 -0.115 0.19449 C -0.115 0.21047 -0.065 0.22113 -0.001 0.22113 C 0.063 0.22113 0.115 0.20914 0.115 0.19449 C 0.115 0.17983 0.06 0.17584 -0.003 0.18649 C -0.066 0.19715 -0.115 0.21846 -0.115 0.23179 C -0.115 0.24644 -0.064 0.25843 -0.001 0.25843 C 0.063 0.25843 0.115 0.24644 0.115 0.23179 C 0.115 0.21846 0.061 0.21447 -0.003 0.22379 C -0.066 0.23445 -0.115 0.25576 -0.115 0.27042 C -0.115 0.28374 -0.064 0.29706 0 0.29706 C 0.064 0.29706 0.115 0.28507 0.115 0.27042 C 0.115 0.25576 0.061 0.25177 -0.002 0.26242 C -0.065 0.27308 -0.116 0.29306 -0.115 0.30772 C -0.114 0.32237 -0.064 0.33302 0 0.33302 C 0.064 0.33302 0.115 0.32104 0.115 0.30638 C 0.115 0.29306 0.063 0.28907 0 0.30105 E" pathEditMode="relative" rAng="0" ptsTypes="">
                                      <p:cBhvr>
                                        <p:cTn id="38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L 0.25 0.33302 L 0 0.33302 L 0 0 Z" pathEditMode="relative" rAng="0" ptsTypes="">
                                      <p:cBhvr>
                                        <p:cTn id="42" dur="2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 l 0 0.04796 l 0.036 0 l 0 0.04796 l 0.036 0 l 0 0.04796 l 0.036 0 l 0 0.04796 l 0.036 0 l 0 0.04796 l 0.036 0 l 0 0.04796 l 0.036 0 l 0 0.04796 E" pathEditMode="relative" rAng="0" ptsTypes="">
                                      <p:cBhvr>
                                        <p:cTn id="46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0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 0.017 -0.08659 0.017 -0.08659 C 0.034 -0.15719 0.061 -0.18516 0.1 -0.18516 C 0.12 -0.18516 0.138 -0.17451 0.152 -0.15719 C 0.162 -0.1452 0.174 -0.13854 0.187 -0.13854 C 0.212 -0.13854 0.233 -0.16252 0.241 -0.19715 C 0.241 -0.19715 0.25 -0.23845 0.25 -0.23845 C 0.25 -0.23845 0.232 -0.15053 0.232 -0.15053 C 0.215 -0.08126 0.188 -0.05328 0.15 -0.05328 C 0.13 -0.05328 0.111 -0.06394 0.096 -0.08259 C 0.087 -0.09325 0.075 -0.09991 0.063 -0.09991 C 0.038 -0.09991 0.017 -0.07593 0.009 -0.0413 C 0.009 -0.0413 0 0 0 0 Z" pathEditMode="relative" rAng="0" ptsTypes="">
                                      <p:cBhvr>
                                        <p:cTn id="50" dur="2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 0.04529 0.011 0.08659 0.028 0.11323 C 0.028 0.11456 0.055 0.15053 0.055 0.1492 C 0.07 0.16918 0.079 0.19715 0.079 0.22646 C 0.079 0.28507 0.044 0.33169 0 0.33302 C -0.044 0.33169 -0.079 0.28507 -0.079 0.22646 C -0.079 0.19715 -0.07 0.16918 -0.055 0.1492 C -0.055 0.15053 -0.028 0.11456 -0.028 0.11323 C -0.011 0.08659 -0.001 0.04529 0 0 Z" pathEditMode="relative" rAng="0" ptsTypes="">
                                      <p:cBhvr>
                                        <p:cTn id="54" dur="2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7 0 L 0.21 0.22246 L -0.04 0.22246 L 0 0 Z" pathEditMode="relative" rAng="0" ptsTypes="">
                                      <p:cBhvr>
                                        <p:cTn id="58" dur="2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0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0.09191 0.25 0.16651 L 0.25 0.33302 E" pathEditMode="relative" rAng="0" ptsTypes="">
                                      <p:cBhvr>
                                        <p:cTn id="62" dur="2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6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6651 C 0 0.24111 0.069 0.33302 0.125 0.33302 L 0.25 0.33302 E" pathEditMode="relative" rAng="0" ptsTypes="">
                                      <p:cBhvr>
                                        <p:cTn id="66" dur="2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3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-0.09191 0.25 -0.16651 L 0.25 -0.33302 E" pathEditMode="relative" rAng="0" ptsTypes="">
                                      <p:cBhvr>
                                        <p:cTn id="70" dur="2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7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651 C 0 -0.24111 0.069 -0.33302 0.125 -0.33302 L 0.25 -0.33302 E" pathEditMode="relative" rAng="0" ptsTypes="">
                                      <p:cBhvr>
                                        <p:cTn id="74" dur="2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4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3302 E" pathEditMode="relative" rAng="0" ptsTypes="">
                                      <p:cBhvr>
                                        <p:cTn id="78" dur="20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" pathEditMode="relative" rAng="0" ptsTypes="">
                                      <p:cBhvr>
                                        <p:cTn id="82" dur="2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path" presetSubtype="0" accel="50000" decel="5000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3 0 0.06 0.03597 0.06 0.07993 C 0.06 0.13188 0.03 0.15053 0.012 0.15852 L -0.012 0.16651 C -0.03 0.17451 -0.06 0.19449 -0.06 0.2531 C -0.06 0.2904 -0.033 0.33302 0 0.33302 C 0.033 0.33302 0.06 0.2904 0.06 0.2531 C 0.06 0.19449 0.03 0.17451 0.012 0.16651 L -0.012 0.15852 C -0.03 0.15053 -0.06 0.13188 -0.06 0.07993 C -0.06 0.03597 -0.033 0 0 0 Z" pathEditMode="relative" rAng="0" ptsTypes="">
                                      <p:cBhvr>
                                        <p:cTn id="86" dur="2000" fill="hold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path" presetSubtype="0" accel="50000" decel="5000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0.08392 0.009 0.14387 0.016 0.14387 C 0.023 0.14387 0.029 0.08392 0.031 0 C 0.034 0.08392 0.04 0.14387 0.047 0.14387 C 0.054 0.14387 0.06 0.08392 0.062 0 C 0.065 0.08392 0.071 0.14387 0.078 0.14387 C 0.085 0.14387 0.092 0.08392 0.094 0 C 0.096 0.08392 0.102 0.14387 0.11 0.14387 C 0.116 0.14387 0.123 0.08392 0.125 0 C 0.127 0.08392 0.134 0.14387 0.141 0.14387 C 0.148 0.14387 0.154 0.08392 0.156 0 C 0.159 0.08392 0.165 0.14387 0.172 0.14387 C 0.179 0.14387 0.185 0.08392 0.188 0 C 0.19 0.08392 0.196 0.14387 0.203 0.14387 C 0.21 0.14387 0.217 0.08392 0.219 0 C 0.221 0.08392 0.227 0.14387 0.235 0.14387 C 0.242 0.14387 0.248 0.08392 0.25 0 E" pathEditMode="relative" rAng="0" ptsTypes="">
                                      <p:cBhvr>
                                        <p:cTn id="90" dur="2000" fill="hold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8" presetClass="path" presetSubtype="0" accel="50000" decel="5000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6 0.13188 L 0.031 0 L 0.047 0.13188 L 0.063 0 L 0.078 0.13188 L 0.094 0 L 0.109 0.13188 L 0.125 0 L 0.141 0.13188 L 0.156 0 L 0.172 0.13188 L 0.187 0 L 0.203 0.13188 L 0.219 0 L 0.234 0.13188 L 0.25 0 E" pathEditMode="relative" rAng="0" ptsTypes="">
                                      <p:cBhvr>
                                        <p:cTn id="94" dur="2000" fill="hold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 prLst="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5" presetClass="entr" presetSubtype="0" fill="hold" grpId="2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04" dur="20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0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3" presetClass="entr" presetSubtype="16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 prLst="">
                                      <p:cBhvr>
                                        <p:cTn id="112" dur="20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4" presetClass="entr" presetSubtype="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" fill="hold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7" presetClass="entr" presetSubtype="0" fill="hold" grpId="28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7" dur="10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900" decel="100000" fill="hold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6" presetClass="emph" presetSubtype="0" fill="hold" grpId="29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3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3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3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8" presetClass="entr" presetSubtype="0" accel="50000" fill="hold" grpId="3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45" dur="1000"/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8" presetClass="emph" presetSubtype="0" fill="hold" grpId="3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149" dur="2000" fill="hold"/>
                                        <p:tgtEl>
                                          <p:spTgt spid="2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9" presetClass="entr" presetSubtype="0" decel="100000" fill="hold" grpId="3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57" dur="500"/>
                                        <p:tgtEl>
                                          <p:spTgt spid="2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cust" animBg="1"/>
      <p:bldP spid="2" grpId="1" build="cust" animBg="1"/>
      <p:bldP spid="2" grpId="2" build="cust" animBg="1"/>
      <p:bldP spid="2" grpId="3" build="cust" animBg="1"/>
      <p:bldP spid="2" grpId="4" build="cust" animBg="1"/>
      <p:bldP spid="2" grpId="5" build="cust" animBg="1"/>
      <p:bldP spid="2" grpId="6" build="cust" animBg="1"/>
      <p:bldP spid="2" grpId="7" build="cust" animBg="1"/>
      <p:bldP spid="2" grpId="8" build="cust" animBg="1"/>
      <p:bldP spid="2" grpId="9" build="cust" animBg="1"/>
      <p:bldP spid="2" grpId="10" build="cust" animBg="1"/>
      <p:bldP spid="2" grpId="11" build="cust" animBg="1"/>
      <p:bldP spid="2" grpId="12" build="cust" animBg="1"/>
      <p:bldP spid="2" grpId="13" build="cust" animBg="1"/>
      <p:bldP spid="2" grpId="14" build="cust" animBg="1"/>
      <p:bldP spid="2" grpId="15" build="cust" animBg="1"/>
      <p:bldP spid="2" grpId="16" build="cust" animBg="1"/>
      <p:bldP spid="2" grpId="17" build="cust" animBg="1"/>
      <p:bldP spid="2" grpId="18" build="cust" animBg="1"/>
      <p:bldP spid="2" grpId="19" build="cust" animBg="1"/>
      <p:bldP spid="2" grpId="20" build="cust" animBg="1"/>
      <p:bldP spid="2" grpId="21" build="cust" animBg="1"/>
      <p:bldP spid="2" grpId="22" build="cust" animBg="1"/>
      <p:bldP spid="2" grpId="23" build="cust" animBg="1"/>
      <p:bldP spid="2" grpId="24" build="cust" animBg="1"/>
      <p:bldP spid="2" grpId="25" build="cust" animBg="1"/>
      <p:bldP spid="2" grpId="26" build="cust" animBg="1"/>
      <p:bldP spid="2" grpId="27" build="cust" animBg="1"/>
      <p:bldP spid="2" grpId="28" build="cust" animBg="1"/>
      <p:bldP spid="2" grpId="29" build="cust" animBg="1"/>
      <p:bldP spid="2" grpId="30" build="cust" animBg="1"/>
      <p:bldP spid="2" grpId="31" build="cust" animBg="1"/>
      <p:bldP spid="2" grpId="32" build="cust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23528" y="332656"/>
            <a:ext cx="8255000" cy="609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Spiral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Split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Stretch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Strips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Style_Emphasis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Swish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Swivel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Teeter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Thread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Transparency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Unfold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Vertical_Grow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Wave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Wedge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Wheel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Whip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Wipe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Magnify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Zoom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Costom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 prLst="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 prLst="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mph" presetSubtype="0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italic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8" presetClass="entr" presetSubtype="0" accel="50000" fill="hold" grpId="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2" presetClass="emph" presetSubtype="0" fill="hold" grpId="7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>
                                        <p:cTn id="52" dur="1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53" dur="1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4" dur="1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1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9" presetClass="entr" presetSubtype="0" accel="100000" fill="hold" grpId="8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mph" presetSubtype="0" grpId="9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 rctx="PPT">
                                        <p:cTn id="72" dur="indefinite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3" dur="indefinite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0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8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3" presetClass="emph" presetSubtype="0" fill="remove" grpId="1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>
                                        <p:cTn id="84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85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6" dur="3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3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88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4" presetClass="emph" presetSubtype="0" fill="hold" grpId="1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0 L 0 -0.07213" pathEditMode="relative" rAng="0" ptsTypes="">
                                      <p:cBhvr>
                                        <p:cTn id="9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by x="0" y="0"/>
                                      <p:from x="0" y="0"/>
                                      <p:to x="0" y="0"/>
                                      <p:rCtr x="0" y="0"/>
                                    </p:animMotion>
                                    <p:animRot by="1500000">
                                      <p:cBhvr>
                                        <p:cTn id="9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9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0" presetClass="entr" presetSubtype="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 prLst="">
                                      <p:cBhvr>
                                        <p:cTn id="101" dur="2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1" presetClass="entr" presetSubtype="1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 prLst="">
                                      <p:cBhvr>
                                        <p:cTn id="106" dur="2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1" presetClass="entr" presetSubtype="0" fill="hold" grpId="1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5" dur="500" tmFilter="0,0; .5, 1; 1, 1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 prLst="">
                                      <p:cBhvr>
                                        <p:cTn id="120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1" presetClass="entr" presetSubtype="0" fill="hold" grpId="17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25" dur="770" decel="1000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770" decel="1000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8" dur="77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0" dur="77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3" presetClass="entr" presetSubtype="16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0" presetClass="entr" presetSubtype="0" accel="100000" fill="hold" grpId="19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46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cust" animBg="1"/>
      <p:bldP spid="2" grpId="1" build="cust" animBg="1"/>
      <p:bldP spid="2" grpId="2" build="cust" animBg="1"/>
      <p:bldP spid="2" grpId="3" build="cust" animBg="1"/>
      <p:bldP spid="2" grpId="4" build="cust" animBg="1"/>
      <p:bldP spid="2" grpId="5" build="cust" animBg="1"/>
      <p:bldP spid="2" grpId="6" build="cust" animBg="1"/>
      <p:bldP spid="2" grpId="7" build="cust" animBg="1"/>
      <p:bldP spid="2" grpId="8" build="cust" animBg="1"/>
      <p:bldP spid="2" grpId="9" build="cust" animBg="1"/>
      <p:bldP spid="2" grpId="10" build="cust" animBg="1"/>
      <p:bldP spid="2" grpId="11" build="cust" animBg="1"/>
      <p:bldP spid="2" grpId="12" build="cust" animBg="1"/>
      <p:bldP spid="2" grpId="13" build="cust" animBg="1"/>
      <p:bldP spid="2" grpId="14" build="cust" animBg="1"/>
      <p:bldP spid="2" grpId="15" build="cust" animBg="1"/>
      <p:bldP spid="2" grpId="16" build="cust" animBg="1"/>
      <p:bldP spid="2" grpId="17" build="cust" animBg="1"/>
      <p:bldP spid="2" grpId="18" build="cust" animBg="1"/>
      <p:bldP spid="2" grpId="19" build="cust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Microsoft Windows NT 6.1 Service Pack 1"/>
  <p:tag name="AS_OS" val="Microsoft Windows NT 6.1 Service Pack 1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MoolBoran"/>
        <a:font script="Laoo" typeface="DokChampa"/>
        <a:font script="Cher" typeface="Plantagenet Cherokee"/>
        <a:font script="Hans" typeface="宋体"/>
        <a:font script="Hebr" typeface="Times New Roman"/>
        <a:font script="Uigh" typeface="Microsoft Uighur"/>
        <a:font script="Guru" typeface="Raavi"/>
        <a:font script="Cans" typeface="Euphemia"/>
        <a:font script="Jpan" typeface="ＭＳ Ｐゴシック"/>
        <a:font script="Arab" typeface="Times New Roman"/>
        <a:font script="Syrc" typeface="Estrangelo Edessa"/>
        <a:font script="Hang" typeface="맑은 고딕"/>
        <a:font script="Viet" typeface="Times New Roman"/>
        <a:font script="Thai" typeface="Angsan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ajorFont>
      <a:min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DaunPenh"/>
        <a:font script="Laoo" typeface="DokChampa"/>
        <a:font script="Cher" typeface="Plantagenet Cherokee"/>
        <a:font script="Hans" typeface="宋体"/>
        <a:font script="Hebr" typeface="Arial"/>
        <a:font script="Uigh" typeface="Microsoft Uighur"/>
        <a:font script="Guru" typeface="Raavi"/>
        <a:font script="Cans" typeface="Euphemia"/>
        <a:font script="Jpan" typeface="ＭＳ Ｐゴシック"/>
        <a:font script="Arab" typeface="Arial"/>
        <a:font script="Syrc" typeface="Estrangelo Edessa"/>
        <a:font script="Hang" typeface="맑은 고딕"/>
        <a:font script="Viet" typeface="Arial"/>
        <a:font script="Thai" typeface="Cordi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152</Words>
  <Application>Microsoft Office PowerPoint</Application>
  <PresentationFormat>全屏显示(4:3)</PresentationFormat>
  <Paragraphs>152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Theme</vt:lpstr>
      <vt:lpstr>幻灯片 1</vt:lpstr>
      <vt:lpstr>幻灯片 2</vt:lpstr>
      <vt:lpstr>幻灯片 3</vt:lpstr>
      <vt:lpstr>幻灯片 4</vt:lpstr>
      <vt:lpstr>幻灯片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Administrator</cp:lastModifiedBy>
  <cp:revision>2</cp:revision>
  <dcterms:created xsi:type="dcterms:W3CDTF">2022-09-03T06:08:08Z</dcterms:created>
  <dcterms:modified xsi:type="dcterms:W3CDTF">2022-09-03T06:33:45Z</dcterms:modified>
</cp:coreProperties>
</file>